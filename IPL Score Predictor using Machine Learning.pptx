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embeddedFontLst>
    <p:embeddedFont>
      <p:font typeface="微软雅黑" panose="020B0503020204020204" pitchFamily="34" charset="-122"/>
      <p:regular r:id="rId18"/>
      <p:bold r:id="rId19"/>
    </p:embeddedFont>
    <p:embeddedFont>
      <p:font typeface="MiSans" panose="020B0604020202020204" charset="-122"/>
      <p:regular r:id="rId20"/>
    </p:embeddedFont>
    <p:embeddedFont>
      <p:font typeface="Noto Sans SC" panose="020B0604020202020204" charset="-128"/>
      <p:regular r:id="rId21"/>
    </p:embeddedFont>
    <p:embeddedFont>
      <p:font typeface="Coda" panose="020B0604020202020204" charset="0"/>
      <p:regular r:id="rId22"/>
    </p:embeddedFont>
    <p:embeddedFont>
      <p:font typeface="Hedvig Letters Sans" panose="020B0604020202020204" charset="0"/>
      <p:regular r:id="rId23"/>
    </p:embeddedFont>
    <p:embeddedFont>
      <p:font typeface="Quattrocento Sans" panose="020F0502020204030204" pitchFamily="3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uy4utotm5czlu/cricket_stadium_cover.jpg"/>
          <p:cNvPicPr>
            <a:picLocks noChangeAspect="1"/>
          </p:cNvPicPr>
          <p:nvPr/>
        </p:nvPicPr>
        <p:blipFill>
          <a:blip r:embed="rId3"/>
          <a:srcRect t="781" b="78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F172A">
                  <a:alpha val="95000"/>
                </a:srgbClr>
              </a:gs>
              <a:gs pos="50000">
                <a:srgbClr val="0F172A">
                  <a:alpha val="85000"/>
                </a:srgbClr>
              </a:gs>
              <a:gs pos="100000">
                <a:srgbClr val="3B82F6">
                  <a:alpha val="40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152400" y="2336856"/>
            <a:ext cx="11887200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7200" b="1" kern="0" spc="-180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IPL Score </a:t>
            </a:r>
            <a:r>
              <a:rPr lang="en-US" sz="7200" b="1" kern="0" spc="-180" dirty="0">
                <a:solidFill>
                  <a:srgbClr val="3B82F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Predictor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384810" y="5246370"/>
            <a:ext cx="3646170" cy="922020"/>
          </a:xfrm>
          <a:custGeom>
            <a:avLst/>
            <a:gdLst/>
            <a:ahLst/>
            <a:cxnLst/>
            <a:rect l="l" t="t" r="r" b="b"/>
            <a:pathLst>
              <a:path w="3646170" h="922020">
                <a:moveTo>
                  <a:pt x="114303" y="0"/>
                </a:moveTo>
                <a:lnTo>
                  <a:pt x="3531867" y="0"/>
                </a:lnTo>
                <a:cubicBezTo>
                  <a:pt x="3594995" y="0"/>
                  <a:pt x="3646170" y="51175"/>
                  <a:pt x="3646170" y="114303"/>
                </a:cubicBezTo>
                <a:lnTo>
                  <a:pt x="3646170" y="807717"/>
                </a:lnTo>
                <a:cubicBezTo>
                  <a:pt x="3646170" y="870845"/>
                  <a:pt x="3594995" y="922020"/>
                  <a:pt x="3531867" y="922020"/>
                </a:cubicBezTo>
                <a:lnTo>
                  <a:pt x="114303" y="922020"/>
                </a:lnTo>
                <a:cubicBezTo>
                  <a:pt x="51217" y="922020"/>
                  <a:pt x="0" y="870803"/>
                  <a:pt x="0" y="8077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1E293B">
              <a:alpha val="80000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9120" y="5440680"/>
            <a:ext cx="3324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53" dirty="0">
                <a:solidFill>
                  <a:srgbClr val="F8FAFC">
                    <a:alpha val="6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Student Name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79120" y="5707380"/>
            <a:ext cx="3352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Pooja Patel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271010" y="5246370"/>
            <a:ext cx="3646170" cy="922020"/>
          </a:xfrm>
          <a:custGeom>
            <a:avLst/>
            <a:gdLst/>
            <a:ahLst/>
            <a:cxnLst/>
            <a:rect l="l" t="t" r="r" b="b"/>
            <a:pathLst>
              <a:path w="3646170" h="922020">
                <a:moveTo>
                  <a:pt x="114303" y="0"/>
                </a:moveTo>
                <a:lnTo>
                  <a:pt x="3531867" y="0"/>
                </a:lnTo>
                <a:cubicBezTo>
                  <a:pt x="3594995" y="0"/>
                  <a:pt x="3646170" y="51175"/>
                  <a:pt x="3646170" y="114303"/>
                </a:cubicBezTo>
                <a:lnTo>
                  <a:pt x="3646170" y="807717"/>
                </a:lnTo>
                <a:cubicBezTo>
                  <a:pt x="3646170" y="870845"/>
                  <a:pt x="3594995" y="922020"/>
                  <a:pt x="3531867" y="922020"/>
                </a:cubicBezTo>
                <a:lnTo>
                  <a:pt x="114303" y="922020"/>
                </a:lnTo>
                <a:cubicBezTo>
                  <a:pt x="51217" y="922020"/>
                  <a:pt x="0" y="870803"/>
                  <a:pt x="0" y="8077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1E293B">
              <a:alpha val="80000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65320" y="5440680"/>
            <a:ext cx="3324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53" dirty="0">
                <a:solidFill>
                  <a:srgbClr val="F8FAFC">
                    <a:alpha val="6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Company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465320" y="5707380"/>
            <a:ext cx="3352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Pavitrasoft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157210" y="5246370"/>
            <a:ext cx="3646170" cy="922020"/>
          </a:xfrm>
          <a:custGeom>
            <a:avLst/>
            <a:gdLst/>
            <a:ahLst/>
            <a:cxnLst/>
            <a:rect l="l" t="t" r="r" b="b"/>
            <a:pathLst>
              <a:path w="3646170" h="922020">
                <a:moveTo>
                  <a:pt x="114303" y="0"/>
                </a:moveTo>
                <a:lnTo>
                  <a:pt x="3531867" y="0"/>
                </a:lnTo>
                <a:cubicBezTo>
                  <a:pt x="3594995" y="0"/>
                  <a:pt x="3646170" y="51175"/>
                  <a:pt x="3646170" y="114303"/>
                </a:cubicBezTo>
                <a:lnTo>
                  <a:pt x="3646170" y="807717"/>
                </a:lnTo>
                <a:cubicBezTo>
                  <a:pt x="3646170" y="870845"/>
                  <a:pt x="3594995" y="922020"/>
                  <a:pt x="3531867" y="922020"/>
                </a:cubicBezTo>
                <a:lnTo>
                  <a:pt x="114303" y="922020"/>
                </a:lnTo>
                <a:cubicBezTo>
                  <a:pt x="51217" y="922020"/>
                  <a:pt x="0" y="870803"/>
                  <a:pt x="0" y="80771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1E293B">
              <a:alpha val="80000"/>
            </a:srgbClr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351520" y="5440680"/>
            <a:ext cx="3324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53" dirty="0">
                <a:solidFill>
                  <a:srgbClr val="F8FAFC">
                    <a:alpha val="6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Guide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351520" y="5707380"/>
            <a:ext cx="3352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Jitendra Raulji</a:t>
            </a:r>
            <a:endParaRPr lang="en-US" sz="1600" dirty="0"/>
          </a:p>
        </p:txBody>
      </p:sp>
      <p:pic>
        <p:nvPicPr>
          <p:cNvPr id="14" name="Image 1" descr="https://kimi-img.moonshot.cn/pub/slides/26-03-06-01:05:58-d6krfthdjjprk5p22n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605" y="324805"/>
            <a:ext cx="1179189" cy="1179189"/>
          </a:xfrm>
          <a:prstGeom prst="rect">
            <a:avLst/>
          </a:prstGeom>
        </p:spPr>
      </p:pic>
      <p:pic>
        <p:nvPicPr>
          <p:cNvPr id="15" name="Image 2" descr="https://kimi-img.moonshot.cn/pub/slides/26-03-06-01:06:35-d6krg6rodd0lbe7ka5c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90729" y="324805"/>
            <a:ext cx="1179189" cy="117918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953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419100"/>
                </a:lnTo>
                <a:cubicBezTo>
                  <a:pt x="76200" y="440128"/>
                  <a:pt x="59128" y="457200"/>
                  <a:pt x="38100" y="457200"/>
                </a:cubicBez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F9731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01 / Overview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609600"/>
            <a:ext cx="289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409700"/>
            <a:ext cx="5581650" cy="1866900"/>
          </a:xfrm>
          <a:custGeom>
            <a:avLst/>
            <a:gdLst/>
            <a:ahLst/>
            <a:cxnLst/>
            <a:rect l="l" t="t" r="r" b="b"/>
            <a:pathLst>
              <a:path w="5581650" h="1866900">
                <a:moveTo>
                  <a:pt x="38100" y="0"/>
                </a:moveTo>
                <a:lnTo>
                  <a:pt x="5429255" y="0"/>
                </a:lnTo>
                <a:cubicBezTo>
                  <a:pt x="5513420" y="0"/>
                  <a:pt x="5581650" y="68230"/>
                  <a:pt x="5581650" y="152395"/>
                </a:cubicBezTo>
                <a:lnTo>
                  <a:pt x="5581650" y="1714505"/>
                </a:lnTo>
                <a:cubicBezTo>
                  <a:pt x="5581650" y="1798670"/>
                  <a:pt x="5513420" y="1866900"/>
                  <a:pt x="5429255" y="1866900"/>
                </a:cubicBezTo>
                <a:lnTo>
                  <a:pt x="38100" y="1866900"/>
                </a:lnTo>
                <a:cubicBezTo>
                  <a:pt x="17072" y="1866900"/>
                  <a:pt x="0" y="1849828"/>
                  <a:pt x="0" y="1828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409700"/>
            <a:ext cx="38100" cy="1866900"/>
          </a:xfrm>
          <a:custGeom>
            <a:avLst/>
            <a:gdLst/>
            <a:ahLst/>
            <a:cxnLst/>
            <a:rect l="l" t="t" r="r" b="b"/>
            <a:pathLst>
              <a:path w="38100" h="1866900">
                <a:moveTo>
                  <a:pt x="38100" y="0"/>
                </a:moveTo>
                <a:lnTo>
                  <a:pt x="38100" y="0"/>
                </a:lnTo>
                <a:lnTo>
                  <a:pt x="38100" y="1866900"/>
                </a:lnTo>
                <a:lnTo>
                  <a:pt x="38100" y="1866900"/>
                </a:lnTo>
                <a:cubicBezTo>
                  <a:pt x="17072" y="1866900"/>
                  <a:pt x="0" y="1849828"/>
                  <a:pt x="0" y="1828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647700" y="16383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00100" y="1790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324" y="127159"/>
                </a:moveTo>
                <a:cubicBezTo>
                  <a:pt x="24199" y="128096"/>
                  <a:pt x="26343" y="128588"/>
                  <a:pt x="28575" y="128588"/>
                </a:cubicBezTo>
                <a:lnTo>
                  <a:pt x="51212" y="128588"/>
                </a:lnTo>
                <a:cubicBezTo>
                  <a:pt x="55007" y="128588"/>
                  <a:pt x="58623" y="130106"/>
                  <a:pt x="61302" y="132784"/>
                </a:cubicBezTo>
                <a:lnTo>
                  <a:pt x="67241" y="138723"/>
                </a:lnTo>
                <a:cubicBezTo>
                  <a:pt x="69919" y="141402"/>
                  <a:pt x="73536" y="142920"/>
                  <a:pt x="77331" y="142920"/>
                </a:cubicBezTo>
                <a:lnTo>
                  <a:pt x="85680" y="142920"/>
                </a:lnTo>
                <a:cubicBezTo>
                  <a:pt x="93583" y="142920"/>
                  <a:pt x="99968" y="136535"/>
                  <a:pt x="99968" y="128632"/>
                </a:cubicBezTo>
                <a:lnTo>
                  <a:pt x="99968" y="110773"/>
                </a:lnTo>
                <a:cubicBezTo>
                  <a:pt x="99968" y="104835"/>
                  <a:pt x="104745" y="100057"/>
                  <a:pt x="110683" y="100057"/>
                </a:cubicBezTo>
                <a:cubicBezTo>
                  <a:pt x="116622" y="100057"/>
                  <a:pt x="121399" y="95280"/>
                  <a:pt x="121399" y="89342"/>
                </a:cubicBezTo>
                <a:lnTo>
                  <a:pt x="121399" y="70277"/>
                </a:lnTo>
                <a:cubicBezTo>
                  <a:pt x="121399" y="66482"/>
                  <a:pt x="122917" y="62865"/>
                  <a:pt x="125596" y="60186"/>
                </a:cubicBezTo>
                <a:lnTo>
                  <a:pt x="131534" y="54248"/>
                </a:lnTo>
                <a:cubicBezTo>
                  <a:pt x="134213" y="51569"/>
                  <a:pt x="135731" y="47952"/>
                  <a:pt x="135731" y="44157"/>
                </a:cubicBezTo>
                <a:lnTo>
                  <a:pt x="135731" y="25450"/>
                </a:lnTo>
                <a:cubicBezTo>
                  <a:pt x="135731" y="24914"/>
                  <a:pt x="135687" y="24423"/>
                  <a:pt x="135642" y="23887"/>
                </a:cubicBezTo>
                <a:cubicBezTo>
                  <a:pt x="128766" y="22280"/>
                  <a:pt x="121622" y="21431"/>
                  <a:pt x="114300" y="21431"/>
                </a:cubicBezTo>
                <a:cubicBezTo>
                  <a:pt x="62999" y="21431"/>
                  <a:pt x="21431" y="62999"/>
                  <a:pt x="21431" y="114300"/>
                </a:cubicBezTo>
                <a:cubicBezTo>
                  <a:pt x="21431" y="118676"/>
                  <a:pt x="21744" y="122962"/>
                  <a:pt x="22324" y="127159"/>
                </a:cubicBezTo>
                <a:close/>
                <a:moveTo>
                  <a:pt x="202391" y="143813"/>
                </a:moveTo>
                <a:cubicBezTo>
                  <a:pt x="200963" y="143188"/>
                  <a:pt x="199400" y="142875"/>
                  <a:pt x="197703" y="142875"/>
                </a:cubicBezTo>
                <a:lnTo>
                  <a:pt x="192881" y="142875"/>
                </a:lnTo>
                <a:cubicBezTo>
                  <a:pt x="188952" y="142875"/>
                  <a:pt x="185738" y="139660"/>
                  <a:pt x="185738" y="135731"/>
                </a:cubicBezTo>
                <a:cubicBezTo>
                  <a:pt x="185738" y="131802"/>
                  <a:pt x="182523" y="128588"/>
                  <a:pt x="178594" y="128588"/>
                </a:cubicBezTo>
                <a:lnTo>
                  <a:pt x="163101" y="128588"/>
                </a:lnTo>
                <a:cubicBezTo>
                  <a:pt x="159306" y="128588"/>
                  <a:pt x="155689" y="130106"/>
                  <a:pt x="153010" y="132784"/>
                </a:cubicBezTo>
                <a:lnTo>
                  <a:pt x="132784" y="153010"/>
                </a:lnTo>
                <a:cubicBezTo>
                  <a:pt x="130106" y="155689"/>
                  <a:pt x="128588" y="159306"/>
                  <a:pt x="128588" y="163101"/>
                </a:cubicBezTo>
                <a:lnTo>
                  <a:pt x="128588" y="171450"/>
                </a:lnTo>
                <a:cubicBezTo>
                  <a:pt x="128588" y="179353"/>
                  <a:pt x="134972" y="185738"/>
                  <a:pt x="142875" y="185738"/>
                </a:cubicBezTo>
                <a:lnTo>
                  <a:pt x="151224" y="185738"/>
                </a:lnTo>
                <a:cubicBezTo>
                  <a:pt x="155019" y="185738"/>
                  <a:pt x="158636" y="187256"/>
                  <a:pt x="161315" y="189934"/>
                </a:cubicBezTo>
                <a:cubicBezTo>
                  <a:pt x="162297" y="190917"/>
                  <a:pt x="163413" y="191765"/>
                  <a:pt x="164574" y="192390"/>
                </a:cubicBezTo>
                <a:cubicBezTo>
                  <a:pt x="182121" y="181049"/>
                  <a:pt x="195605" y="163994"/>
                  <a:pt x="202347" y="143813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57150" y="164306"/>
                </a:moveTo>
                <a:cubicBezTo>
                  <a:pt x="57150" y="168235"/>
                  <a:pt x="60365" y="171450"/>
                  <a:pt x="64294" y="171450"/>
                </a:cubicBezTo>
                <a:lnTo>
                  <a:pt x="78581" y="171450"/>
                </a:lnTo>
                <a:cubicBezTo>
                  <a:pt x="82510" y="171450"/>
                  <a:pt x="85725" y="168235"/>
                  <a:pt x="85725" y="164306"/>
                </a:cubicBezTo>
                <a:cubicBezTo>
                  <a:pt x="85725" y="160377"/>
                  <a:pt x="82510" y="157163"/>
                  <a:pt x="78581" y="157163"/>
                </a:cubicBezTo>
                <a:lnTo>
                  <a:pt x="64294" y="157163"/>
                </a:lnTo>
                <a:cubicBezTo>
                  <a:pt x="60365" y="157163"/>
                  <a:pt x="57150" y="160377"/>
                  <a:pt x="57150" y="164306"/>
                </a:cubicBezTo>
                <a:close/>
                <a:moveTo>
                  <a:pt x="121444" y="114300"/>
                </a:moveTo>
                <a:cubicBezTo>
                  <a:pt x="117515" y="114300"/>
                  <a:pt x="114300" y="117515"/>
                  <a:pt x="114300" y="121444"/>
                </a:cubicBezTo>
                <a:lnTo>
                  <a:pt x="114300" y="135731"/>
                </a:lnTo>
                <a:cubicBezTo>
                  <a:pt x="114300" y="139660"/>
                  <a:pt x="117515" y="142875"/>
                  <a:pt x="121444" y="142875"/>
                </a:cubicBezTo>
                <a:cubicBezTo>
                  <a:pt x="125373" y="142875"/>
                  <a:pt x="128588" y="139660"/>
                  <a:pt x="128588" y="135731"/>
                </a:cubicBezTo>
                <a:lnTo>
                  <a:pt x="128588" y="121444"/>
                </a:lnTo>
                <a:cubicBezTo>
                  <a:pt x="128588" y="117515"/>
                  <a:pt x="125373" y="114300"/>
                  <a:pt x="121444" y="114300"/>
                </a:cubicBezTo>
                <a:close/>
                <a:moveTo>
                  <a:pt x="142875" y="64294"/>
                </a:moveTo>
                <a:lnTo>
                  <a:pt x="142875" y="78581"/>
                </a:lnTo>
                <a:cubicBezTo>
                  <a:pt x="142875" y="82510"/>
                  <a:pt x="146090" y="85725"/>
                  <a:pt x="150019" y="85725"/>
                </a:cubicBezTo>
                <a:cubicBezTo>
                  <a:pt x="153948" y="85725"/>
                  <a:pt x="157163" y="82510"/>
                  <a:pt x="157163" y="78581"/>
                </a:cubicBezTo>
                <a:lnTo>
                  <a:pt x="157163" y="64294"/>
                </a:lnTo>
                <a:cubicBezTo>
                  <a:pt x="157163" y="60365"/>
                  <a:pt x="153948" y="57150"/>
                  <a:pt x="150019" y="57150"/>
                </a:cubicBezTo>
                <a:cubicBezTo>
                  <a:pt x="146090" y="57150"/>
                  <a:pt x="142875" y="60365"/>
                  <a:pt x="142875" y="64294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1638300"/>
            <a:ext cx="453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Cricket: A Global Phenomenon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33500" y="2057281"/>
            <a:ext cx="44958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Cricket stands as one of the most popular sports worldwide, captivating </a:t>
            </a:r>
            <a:r>
              <a:rPr lang="en-US" sz="1200" b="1" dirty="0">
                <a:solidFill>
                  <a:srgbClr val="F97316"/>
                </a:solidFill>
                <a:highlight>
                  <a:srgbClr val="F97316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billions of fans </a:t>
            </a: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across continents. The Indian Premier League (IPL) has revolutionized the sport, combining world-class talent with cutting-edge technology.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3466981"/>
            <a:ext cx="5581650" cy="1866900"/>
          </a:xfrm>
          <a:custGeom>
            <a:avLst/>
            <a:gdLst/>
            <a:ahLst/>
            <a:cxnLst/>
            <a:rect l="l" t="t" r="r" b="b"/>
            <a:pathLst>
              <a:path w="5581650" h="1866900">
                <a:moveTo>
                  <a:pt x="38100" y="0"/>
                </a:moveTo>
                <a:lnTo>
                  <a:pt x="5429255" y="0"/>
                </a:lnTo>
                <a:cubicBezTo>
                  <a:pt x="5513420" y="0"/>
                  <a:pt x="5581650" y="68230"/>
                  <a:pt x="5581650" y="152395"/>
                </a:cubicBezTo>
                <a:lnTo>
                  <a:pt x="5581650" y="1714505"/>
                </a:lnTo>
                <a:cubicBezTo>
                  <a:pt x="5581650" y="1798670"/>
                  <a:pt x="5513420" y="1866900"/>
                  <a:pt x="5429255" y="1866900"/>
                </a:cubicBezTo>
                <a:lnTo>
                  <a:pt x="38100" y="1866900"/>
                </a:lnTo>
                <a:cubicBezTo>
                  <a:pt x="17072" y="1866900"/>
                  <a:pt x="0" y="1849828"/>
                  <a:pt x="0" y="1828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400050" y="3466981"/>
            <a:ext cx="38100" cy="1866900"/>
          </a:xfrm>
          <a:custGeom>
            <a:avLst/>
            <a:gdLst/>
            <a:ahLst/>
            <a:cxnLst/>
            <a:rect l="l" t="t" r="r" b="b"/>
            <a:pathLst>
              <a:path w="38100" h="1866900">
                <a:moveTo>
                  <a:pt x="38100" y="0"/>
                </a:moveTo>
                <a:lnTo>
                  <a:pt x="38100" y="0"/>
                </a:lnTo>
                <a:lnTo>
                  <a:pt x="38100" y="1866900"/>
                </a:lnTo>
                <a:lnTo>
                  <a:pt x="38100" y="1866900"/>
                </a:lnTo>
                <a:cubicBezTo>
                  <a:pt x="17072" y="1866900"/>
                  <a:pt x="0" y="1849828"/>
                  <a:pt x="0" y="18288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13" name="Shape 11"/>
          <p:cNvSpPr/>
          <p:nvPr/>
        </p:nvSpPr>
        <p:spPr>
          <a:xfrm>
            <a:off x="647700" y="369558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97316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00100" y="384798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1333500" y="3695581"/>
            <a:ext cx="453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Data Science in Sports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33500" y="4114562"/>
            <a:ext cx="44958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Predicting match scores using data science helps teams, analysts, and fans make </a:t>
            </a:r>
            <a:r>
              <a:rPr lang="en-US" sz="1200" b="1" dirty="0">
                <a:solidFill>
                  <a:srgbClr val="3B82F6"/>
                </a:solidFill>
                <a:highlight>
                  <a:srgbClr val="3B82F6">
                    <a:alpha val="30000"/>
                  </a:srgbClr>
                </a:highlight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informed decisions </a:t>
            </a: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Machine learning algorithms analyze historical patterns to forecast outcomes with remarkable accuracy.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214110" y="1413510"/>
            <a:ext cx="5589270" cy="5055870"/>
          </a:xfrm>
          <a:custGeom>
            <a:avLst/>
            <a:gdLst/>
            <a:ahLst/>
            <a:cxnLst/>
            <a:rect l="l" t="t" r="r" b="b"/>
            <a:pathLst>
              <a:path w="5589270" h="5055870">
                <a:moveTo>
                  <a:pt x="152384" y="0"/>
                </a:moveTo>
                <a:lnTo>
                  <a:pt x="5436886" y="0"/>
                </a:lnTo>
                <a:cubicBezTo>
                  <a:pt x="5521045" y="0"/>
                  <a:pt x="5589270" y="68225"/>
                  <a:pt x="5589270" y="152384"/>
                </a:cubicBezTo>
                <a:lnTo>
                  <a:pt x="5589270" y="4903486"/>
                </a:lnTo>
                <a:cubicBezTo>
                  <a:pt x="5589270" y="4987645"/>
                  <a:pt x="5521045" y="5055870"/>
                  <a:pt x="5436886" y="5055870"/>
                </a:cubicBezTo>
                <a:lnTo>
                  <a:pt x="152384" y="5055870"/>
                </a:lnTo>
                <a:cubicBezTo>
                  <a:pt x="68225" y="5055870"/>
                  <a:pt x="0" y="4987645"/>
                  <a:pt x="0" y="4903486"/>
                </a:cubicBezTo>
                <a:lnTo>
                  <a:pt x="0" y="152384"/>
                </a:lnTo>
                <a:cubicBezTo>
                  <a:pt x="0" y="68281"/>
                  <a:pt x="68281" y="0"/>
                  <a:pt x="152384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F97316">
                  <a:alpha val="20000"/>
                </a:srgbClr>
              </a:gs>
            </a:gsLst>
            <a:lin ang="2700000" scaled="1"/>
          </a:gradFill>
          <a:ln w="1016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164592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97316"/>
          </a:soli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10826" y="180784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50031" y="142875"/>
                </a:moveTo>
                <a:cubicBezTo>
                  <a:pt x="250031" y="83734"/>
                  <a:pt x="202016" y="35719"/>
                  <a:pt x="142875" y="35719"/>
                </a:cubicBezTo>
                <a:cubicBezTo>
                  <a:pt x="83734" y="35719"/>
                  <a:pt x="35719" y="83734"/>
                  <a:pt x="35719" y="142875"/>
                </a:cubicBezTo>
                <a:cubicBezTo>
                  <a:pt x="35719" y="202016"/>
                  <a:pt x="83734" y="250031"/>
                  <a:pt x="142875" y="250031"/>
                </a:cubicBezTo>
                <a:cubicBezTo>
                  <a:pt x="202016" y="250031"/>
                  <a:pt x="250031" y="202016"/>
                  <a:pt x="250031" y="142875"/>
                </a:cubicBezTo>
                <a:close/>
                <a:moveTo>
                  <a:pt x="0" y="142875"/>
                </a:moveTo>
                <a:cubicBezTo>
                  <a:pt x="0" y="64020"/>
                  <a:pt x="64020" y="0"/>
                  <a:pt x="142875" y="0"/>
                </a:cubicBez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lose/>
                <a:moveTo>
                  <a:pt x="142875" y="187523"/>
                </a:moveTo>
                <a:cubicBezTo>
                  <a:pt x="167517" y="187523"/>
                  <a:pt x="187523" y="167517"/>
                  <a:pt x="187523" y="142875"/>
                </a:cubicBezTo>
                <a:cubicBezTo>
                  <a:pt x="187523" y="118233"/>
                  <a:pt x="167517" y="98227"/>
                  <a:pt x="142875" y="98227"/>
                </a:cubicBezTo>
                <a:cubicBezTo>
                  <a:pt x="118233" y="98227"/>
                  <a:pt x="98227" y="118233"/>
                  <a:pt x="98227" y="142875"/>
                </a:cubicBezTo>
                <a:cubicBezTo>
                  <a:pt x="98227" y="167517"/>
                  <a:pt x="118233" y="187523"/>
                  <a:pt x="142875" y="187523"/>
                </a:cubicBezTo>
                <a:close/>
                <a:moveTo>
                  <a:pt x="142875" y="62508"/>
                </a:moveTo>
                <a:cubicBezTo>
                  <a:pt x="187231" y="62508"/>
                  <a:pt x="223242" y="98519"/>
                  <a:pt x="223242" y="142875"/>
                </a:cubicBezTo>
                <a:cubicBezTo>
                  <a:pt x="223242" y="187231"/>
                  <a:pt x="187231" y="223242"/>
                  <a:pt x="142875" y="223242"/>
                </a:cubicBezTo>
                <a:cubicBezTo>
                  <a:pt x="98519" y="223242"/>
                  <a:pt x="62508" y="187231"/>
                  <a:pt x="62508" y="142875"/>
                </a:cubicBezTo>
                <a:cubicBezTo>
                  <a:pt x="62508" y="98519"/>
                  <a:pt x="98519" y="62508"/>
                  <a:pt x="142875" y="62508"/>
                </a:cubicBezTo>
                <a:close/>
                <a:moveTo>
                  <a:pt x="125016" y="142875"/>
                </a:moveTo>
                <a:cubicBezTo>
                  <a:pt x="125016" y="133018"/>
                  <a:pt x="133018" y="125016"/>
                  <a:pt x="142875" y="125016"/>
                </a:cubicBezTo>
                <a:cubicBezTo>
                  <a:pt x="152732" y="125016"/>
                  <a:pt x="160734" y="133018"/>
                  <a:pt x="160734" y="142875"/>
                </a:cubicBezTo>
                <a:cubicBezTo>
                  <a:pt x="160734" y="152732"/>
                  <a:pt x="152732" y="160734"/>
                  <a:pt x="142875" y="160734"/>
                </a:cubicBezTo>
                <a:cubicBezTo>
                  <a:pt x="133018" y="160734"/>
                  <a:pt x="125016" y="152732"/>
                  <a:pt x="125016" y="142875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0" name="Text 18"/>
          <p:cNvSpPr/>
          <p:nvPr/>
        </p:nvSpPr>
        <p:spPr>
          <a:xfrm>
            <a:off x="7208520" y="1779270"/>
            <a:ext cx="23336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Project Purpose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46520" y="2446020"/>
            <a:ext cx="521017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8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project develops a sophisticated machine learning system that predicts the final IPL score based on current match conditions, providing real-time insights for strategic decision-making.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446520" y="3992881"/>
            <a:ext cx="2486025" cy="1047750"/>
          </a:xfrm>
          <a:custGeom>
            <a:avLst/>
            <a:gdLst/>
            <a:ahLst/>
            <a:cxnLst/>
            <a:rect l="l" t="t" r="r" b="b"/>
            <a:pathLst>
              <a:path w="2486025" h="1047750">
                <a:moveTo>
                  <a:pt x="114299" y="0"/>
                </a:moveTo>
                <a:lnTo>
                  <a:pt x="2371726" y="0"/>
                </a:lnTo>
                <a:cubicBezTo>
                  <a:pt x="2434852" y="0"/>
                  <a:pt x="2486025" y="51173"/>
                  <a:pt x="2486025" y="114299"/>
                </a:cubicBezTo>
                <a:lnTo>
                  <a:pt x="2486025" y="933451"/>
                </a:lnTo>
                <a:cubicBezTo>
                  <a:pt x="2486025" y="996577"/>
                  <a:pt x="2434852" y="1047750"/>
                  <a:pt x="2371726" y="1047750"/>
                </a:cubicBezTo>
                <a:lnTo>
                  <a:pt x="114299" y="1047750"/>
                </a:lnTo>
                <a:cubicBezTo>
                  <a:pt x="51173" y="1047750"/>
                  <a:pt x="0" y="996577"/>
                  <a:pt x="0" y="93345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549991" y="414528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35719" y="35719"/>
                </a:moveTo>
                <a:cubicBezTo>
                  <a:pt x="35719" y="25840"/>
                  <a:pt x="27738" y="17859"/>
                  <a:pt x="17859" y="17859"/>
                </a:cubicBezTo>
                <a:cubicBezTo>
                  <a:pt x="7981" y="17859"/>
                  <a:pt x="0" y="25840"/>
                  <a:pt x="0" y="35719"/>
                </a:cubicBezTo>
                <a:lnTo>
                  <a:pt x="0" y="223242"/>
                </a:lnTo>
                <a:cubicBezTo>
                  <a:pt x="0" y="247910"/>
                  <a:pt x="19980" y="267891"/>
                  <a:pt x="44648" y="267891"/>
                </a:cubicBezTo>
                <a:lnTo>
                  <a:pt x="267891" y="267891"/>
                </a:lnTo>
                <a:cubicBezTo>
                  <a:pt x="277769" y="267891"/>
                  <a:pt x="285750" y="259910"/>
                  <a:pt x="285750" y="250031"/>
                </a:cubicBezTo>
                <a:cubicBezTo>
                  <a:pt x="285750" y="240153"/>
                  <a:pt x="277769" y="232172"/>
                  <a:pt x="267891" y="232172"/>
                </a:cubicBezTo>
                <a:lnTo>
                  <a:pt x="44648" y="232172"/>
                </a:lnTo>
                <a:cubicBezTo>
                  <a:pt x="39737" y="232172"/>
                  <a:pt x="35719" y="228154"/>
                  <a:pt x="35719" y="223242"/>
                </a:cubicBezTo>
                <a:lnTo>
                  <a:pt x="35719" y="35719"/>
                </a:lnTo>
                <a:close/>
                <a:moveTo>
                  <a:pt x="262644" y="84051"/>
                </a:moveTo>
                <a:cubicBezTo>
                  <a:pt x="269621" y="77074"/>
                  <a:pt x="269621" y="65745"/>
                  <a:pt x="262644" y="58769"/>
                </a:cubicBezTo>
                <a:cubicBezTo>
                  <a:pt x="255668" y="51792"/>
                  <a:pt x="244339" y="51792"/>
                  <a:pt x="237362" y="58769"/>
                </a:cubicBezTo>
                <a:lnTo>
                  <a:pt x="178594" y="117593"/>
                </a:lnTo>
                <a:lnTo>
                  <a:pt x="146558" y="85613"/>
                </a:lnTo>
                <a:cubicBezTo>
                  <a:pt x="139582" y="78637"/>
                  <a:pt x="128253" y="78637"/>
                  <a:pt x="121276" y="85613"/>
                </a:cubicBezTo>
                <a:lnTo>
                  <a:pt x="67698" y="139192"/>
                </a:lnTo>
                <a:cubicBezTo>
                  <a:pt x="60722" y="146168"/>
                  <a:pt x="60722" y="157497"/>
                  <a:pt x="67698" y="164474"/>
                </a:cubicBezTo>
                <a:cubicBezTo>
                  <a:pt x="74675" y="171450"/>
                  <a:pt x="86004" y="171450"/>
                  <a:pt x="92980" y="164474"/>
                </a:cubicBezTo>
                <a:lnTo>
                  <a:pt x="133945" y="123509"/>
                </a:lnTo>
                <a:lnTo>
                  <a:pt x="165981" y="155544"/>
                </a:lnTo>
                <a:cubicBezTo>
                  <a:pt x="172957" y="162520"/>
                  <a:pt x="184286" y="162520"/>
                  <a:pt x="191263" y="155544"/>
                </a:cubicBezTo>
                <a:lnTo>
                  <a:pt x="262700" y="84106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6565582" y="4507231"/>
            <a:ext cx="2247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AFC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Real-time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AFC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Analysis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086850" y="3992881"/>
            <a:ext cx="2486025" cy="1047750"/>
          </a:xfrm>
          <a:custGeom>
            <a:avLst/>
            <a:gdLst/>
            <a:ahLst/>
            <a:cxnLst/>
            <a:rect l="l" t="t" r="r" b="b"/>
            <a:pathLst>
              <a:path w="2486025" h="1047750">
                <a:moveTo>
                  <a:pt x="114299" y="0"/>
                </a:moveTo>
                <a:lnTo>
                  <a:pt x="2371726" y="0"/>
                </a:lnTo>
                <a:cubicBezTo>
                  <a:pt x="2434852" y="0"/>
                  <a:pt x="2486025" y="51173"/>
                  <a:pt x="2486025" y="114299"/>
                </a:cubicBezTo>
                <a:lnTo>
                  <a:pt x="2486025" y="933451"/>
                </a:lnTo>
                <a:cubicBezTo>
                  <a:pt x="2486025" y="996577"/>
                  <a:pt x="2434852" y="1047750"/>
                  <a:pt x="2371726" y="1047750"/>
                </a:cubicBezTo>
                <a:lnTo>
                  <a:pt x="114299" y="1047750"/>
                </a:lnTo>
                <a:cubicBezTo>
                  <a:pt x="51173" y="1047750"/>
                  <a:pt x="0" y="996577"/>
                  <a:pt x="0" y="93345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154602" y="4145281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96453" y="0"/>
                </a:moveTo>
                <a:cubicBezTo>
                  <a:pt x="196453" y="-9878"/>
                  <a:pt x="188472" y="-17859"/>
                  <a:pt x="178594" y="-17859"/>
                </a:cubicBezTo>
                <a:cubicBezTo>
                  <a:pt x="168715" y="-17859"/>
                  <a:pt x="160734" y="-9878"/>
                  <a:pt x="160734" y="0"/>
                </a:cubicBezTo>
                <a:lnTo>
                  <a:pt x="160734" y="35719"/>
                </a:lnTo>
                <a:lnTo>
                  <a:pt x="107156" y="35719"/>
                </a:lnTo>
                <a:cubicBezTo>
                  <a:pt x="77577" y="35719"/>
                  <a:pt x="53578" y="59717"/>
                  <a:pt x="53578" y="89297"/>
                </a:cubicBezTo>
                <a:lnTo>
                  <a:pt x="53578" y="214313"/>
                </a:lnTo>
                <a:cubicBezTo>
                  <a:pt x="53578" y="243892"/>
                  <a:pt x="77577" y="267891"/>
                  <a:pt x="107156" y="267891"/>
                </a:cubicBezTo>
                <a:lnTo>
                  <a:pt x="250031" y="267891"/>
                </a:lnTo>
                <a:cubicBezTo>
                  <a:pt x="279611" y="267891"/>
                  <a:pt x="303609" y="243892"/>
                  <a:pt x="303609" y="214313"/>
                </a:cubicBezTo>
                <a:lnTo>
                  <a:pt x="303609" y="89297"/>
                </a:lnTo>
                <a:cubicBezTo>
                  <a:pt x="303609" y="59717"/>
                  <a:pt x="279611" y="35719"/>
                  <a:pt x="250031" y="35719"/>
                </a:cubicBezTo>
                <a:lnTo>
                  <a:pt x="196453" y="35719"/>
                </a:lnTo>
                <a:lnTo>
                  <a:pt x="196453" y="0"/>
                </a:lnTo>
                <a:close/>
                <a:moveTo>
                  <a:pt x="89297" y="205383"/>
                </a:moveTo>
                <a:cubicBezTo>
                  <a:pt x="89297" y="197960"/>
                  <a:pt x="95269" y="191988"/>
                  <a:pt x="102691" y="191988"/>
                </a:cubicBezTo>
                <a:lnTo>
                  <a:pt x="120551" y="191988"/>
                </a:lnTo>
                <a:cubicBezTo>
                  <a:pt x="127974" y="191988"/>
                  <a:pt x="133945" y="197960"/>
                  <a:pt x="133945" y="205383"/>
                </a:cubicBezTo>
                <a:cubicBezTo>
                  <a:pt x="133945" y="212806"/>
                  <a:pt x="127974" y="218777"/>
                  <a:pt x="120551" y="218777"/>
                </a:cubicBezTo>
                <a:lnTo>
                  <a:pt x="102691" y="218777"/>
                </a:lnTo>
                <a:cubicBezTo>
                  <a:pt x="95269" y="218777"/>
                  <a:pt x="89297" y="212806"/>
                  <a:pt x="89297" y="205383"/>
                </a:cubicBezTo>
                <a:close/>
                <a:moveTo>
                  <a:pt x="156270" y="205383"/>
                </a:moveTo>
                <a:cubicBezTo>
                  <a:pt x="156270" y="197960"/>
                  <a:pt x="162241" y="191988"/>
                  <a:pt x="169664" y="191988"/>
                </a:cubicBezTo>
                <a:lnTo>
                  <a:pt x="187523" y="191988"/>
                </a:lnTo>
                <a:cubicBezTo>
                  <a:pt x="194946" y="191988"/>
                  <a:pt x="200918" y="197960"/>
                  <a:pt x="200918" y="205383"/>
                </a:cubicBezTo>
                <a:cubicBezTo>
                  <a:pt x="200918" y="212806"/>
                  <a:pt x="194946" y="218777"/>
                  <a:pt x="187523" y="218777"/>
                </a:cubicBezTo>
                <a:lnTo>
                  <a:pt x="169664" y="218777"/>
                </a:lnTo>
                <a:cubicBezTo>
                  <a:pt x="162241" y="218777"/>
                  <a:pt x="156270" y="212806"/>
                  <a:pt x="156270" y="205383"/>
                </a:cubicBezTo>
                <a:close/>
                <a:moveTo>
                  <a:pt x="223242" y="205383"/>
                </a:moveTo>
                <a:cubicBezTo>
                  <a:pt x="223242" y="197960"/>
                  <a:pt x="229214" y="191988"/>
                  <a:pt x="236637" y="191988"/>
                </a:cubicBezTo>
                <a:lnTo>
                  <a:pt x="254496" y="191988"/>
                </a:lnTo>
                <a:cubicBezTo>
                  <a:pt x="261919" y="191988"/>
                  <a:pt x="267891" y="197960"/>
                  <a:pt x="267891" y="205383"/>
                </a:cubicBezTo>
                <a:cubicBezTo>
                  <a:pt x="267891" y="212806"/>
                  <a:pt x="261919" y="218777"/>
                  <a:pt x="254496" y="218777"/>
                </a:cubicBezTo>
                <a:lnTo>
                  <a:pt x="236637" y="218777"/>
                </a:lnTo>
                <a:cubicBezTo>
                  <a:pt x="229214" y="218777"/>
                  <a:pt x="223242" y="212806"/>
                  <a:pt x="223242" y="205383"/>
                </a:cubicBezTo>
                <a:close/>
                <a:moveTo>
                  <a:pt x="125016" y="98227"/>
                </a:moveTo>
                <a:cubicBezTo>
                  <a:pt x="139801" y="98227"/>
                  <a:pt x="151805" y="110230"/>
                  <a:pt x="151805" y="125016"/>
                </a:cubicBezTo>
                <a:cubicBezTo>
                  <a:pt x="151805" y="139801"/>
                  <a:pt x="139801" y="151805"/>
                  <a:pt x="125016" y="151805"/>
                </a:cubicBezTo>
                <a:cubicBezTo>
                  <a:pt x="110230" y="151805"/>
                  <a:pt x="98227" y="139801"/>
                  <a:pt x="98227" y="125016"/>
                </a:cubicBezTo>
                <a:cubicBezTo>
                  <a:pt x="98227" y="110230"/>
                  <a:pt x="110230" y="98227"/>
                  <a:pt x="125016" y="98227"/>
                </a:cubicBezTo>
                <a:close/>
                <a:moveTo>
                  <a:pt x="205383" y="125016"/>
                </a:moveTo>
                <a:cubicBezTo>
                  <a:pt x="205383" y="110230"/>
                  <a:pt x="217387" y="98227"/>
                  <a:pt x="232172" y="98227"/>
                </a:cubicBezTo>
                <a:cubicBezTo>
                  <a:pt x="246957" y="98227"/>
                  <a:pt x="258961" y="110230"/>
                  <a:pt x="258961" y="125016"/>
                </a:cubicBezTo>
                <a:cubicBezTo>
                  <a:pt x="258961" y="139801"/>
                  <a:pt x="246957" y="151805"/>
                  <a:pt x="232172" y="151805"/>
                </a:cubicBezTo>
                <a:cubicBezTo>
                  <a:pt x="217387" y="151805"/>
                  <a:pt x="205383" y="139801"/>
                  <a:pt x="205383" y="125016"/>
                </a:cubicBezTo>
                <a:close/>
                <a:moveTo>
                  <a:pt x="35719" y="125016"/>
                </a:moveTo>
                <a:cubicBezTo>
                  <a:pt x="35719" y="115137"/>
                  <a:pt x="27738" y="107156"/>
                  <a:pt x="17859" y="107156"/>
                </a:cubicBezTo>
                <a:cubicBezTo>
                  <a:pt x="7981" y="107156"/>
                  <a:pt x="0" y="115137"/>
                  <a:pt x="0" y="125016"/>
                </a:cubicBezTo>
                <a:lnTo>
                  <a:pt x="0" y="178594"/>
                </a:lnTo>
                <a:cubicBezTo>
                  <a:pt x="0" y="188472"/>
                  <a:pt x="7981" y="196453"/>
                  <a:pt x="17859" y="196453"/>
                </a:cubicBezTo>
                <a:cubicBezTo>
                  <a:pt x="27738" y="196453"/>
                  <a:pt x="35719" y="188472"/>
                  <a:pt x="35719" y="178594"/>
                </a:cubicBezTo>
                <a:lnTo>
                  <a:pt x="35719" y="125016"/>
                </a:lnTo>
                <a:close/>
                <a:moveTo>
                  <a:pt x="339328" y="107156"/>
                </a:moveTo>
                <a:cubicBezTo>
                  <a:pt x="329450" y="107156"/>
                  <a:pt x="321469" y="115137"/>
                  <a:pt x="321469" y="125016"/>
                </a:cubicBezTo>
                <a:lnTo>
                  <a:pt x="321469" y="178594"/>
                </a:lnTo>
                <a:cubicBezTo>
                  <a:pt x="321469" y="188472"/>
                  <a:pt x="329450" y="196453"/>
                  <a:pt x="339328" y="196453"/>
                </a:cubicBezTo>
                <a:cubicBezTo>
                  <a:pt x="349207" y="196453"/>
                  <a:pt x="357188" y="188472"/>
                  <a:pt x="357188" y="178594"/>
                </a:cubicBezTo>
                <a:lnTo>
                  <a:pt x="357188" y="125016"/>
                </a:lnTo>
                <a:cubicBezTo>
                  <a:pt x="357188" y="115137"/>
                  <a:pt x="349207" y="107156"/>
                  <a:pt x="339328" y="107156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27" name="Text 25"/>
          <p:cNvSpPr/>
          <p:nvPr/>
        </p:nvSpPr>
        <p:spPr>
          <a:xfrm>
            <a:off x="9205913" y="4507231"/>
            <a:ext cx="2247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AFC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ML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AFC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Powered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46520" y="5193031"/>
            <a:ext cx="2486025" cy="1047750"/>
          </a:xfrm>
          <a:custGeom>
            <a:avLst/>
            <a:gdLst/>
            <a:ahLst/>
            <a:cxnLst/>
            <a:rect l="l" t="t" r="r" b="b"/>
            <a:pathLst>
              <a:path w="2486025" h="1047750">
                <a:moveTo>
                  <a:pt x="114299" y="0"/>
                </a:moveTo>
                <a:lnTo>
                  <a:pt x="2371726" y="0"/>
                </a:lnTo>
                <a:cubicBezTo>
                  <a:pt x="2434852" y="0"/>
                  <a:pt x="2486025" y="51173"/>
                  <a:pt x="2486025" y="114299"/>
                </a:cubicBezTo>
                <a:lnTo>
                  <a:pt x="2486025" y="933451"/>
                </a:lnTo>
                <a:cubicBezTo>
                  <a:pt x="2486025" y="996577"/>
                  <a:pt x="2434852" y="1047750"/>
                  <a:pt x="2371726" y="1047750"/>
                </a:cubicBezTo>
                <a:lnTo>
                  <a:pt x="114299" y="1047750"/>
                </a:lnTo>
                <a:cubicBezTo>
                  <a:pt x="51173" y="1047750"/>
                  <a:pt x="0" y="996577"/>
                  <a:pt x="0" y="93345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514273" y="5345431"/>
            <a:ext cx="357188" cy="285750"/>
          </a:xfrm>
          <a:custGeom>
            <a:avLst/>
            <a:gdLst/>
            <a:ahLst/>
            <a:cxnLst/>
            <a:rect l="l" t="t" r="r" b="b"/>
            <a:pathLst>
              <a:path w="357188" h="285750">
                <a:moveTo>
                  <a:pt x="178594" y="8930"/>
                </a:moveTo>
                <a:cubicBezTo>
                  <a:pt x="210629" y="8930"/>
                  <a:pt x="236637" y="34938"/>
                  <a:pt x="236637" y="66973"/>
                </a:cubicBezTo>
                <a:cubicBezTo>
                  <a:pt x="236637" y="99007"/>
                  <a:pt x="210629" y="125016"/>
                  <a:pt x="178594" y="125016"/>
                </a:cubicBezTo>
                <a:cubicBezTo>
                  <a:pt x="146559" y="125016"/>
                  <a:pt x="120551" y="99007"/>
                  <a:pt x="120551" y="66973"/>
                </a:cubicBezTo>
                <a:cubicBezTo>
                  <a:pt x="120551" y="34938"/>
                  <a:pt x="146559" y="8930"/>
                  <a:pt x="178594" y="8930"/>
                </a:cubicBezTo>
                <a:close/>
                <a:moveTo>
                  <a:pt x="53578" y="49113"/>
                </a:moveTo>
                <a:cubicBezTo>
                  <a:pt x="75756" y="49113"/>
                  <a:pt x="93762" y="67119"/>
                  <a:pt x="93762" y="89297"/>
                </a:cubicBezTo>
                <a:cubicBezTo>
                  <a:pt x="93762" y="111475"/>
                  <a:pt x="75756" y="129480"/>
                  <a:pt x="53578" y="129480"/>
                </a:cubicBezTo>
                <a:cubicBezTo>
                  <a:pt x="31400" y="129480"/>
                  <a:pt x="13395" y="111475"/>
                  <a:pt x="13395" y="89297"/>
                </a:cubicBezTo>
                <a:cubicBezTo>
                  <a:pt x="13395" y="67119"/>
                  <a:pt x="31400" y="49113"/>
                  <a:pt x="53578" y="49113"/>
                </a:cubicBezTo>
                <a:close/>
                <a:moveTo>
                  <a:pt x="0" y="232172"/>
                </a:moveTo>
                <a:cubicBezTo>
                  <a:pt x="0" y="192714"/>
                  <a:pt x="31979" y="160734"/>
                  <a:pt x="71438" y="160734"/>
                </a:cubicBezTo>
                <a:cubicBezTo>
                  <a:pt x="78581" y="160734"/>
                  <a:pt x="85502" y="161795"/>
                  <a:pt x="92032" y="163748"/>
                </a:cubicBezTo>
                <a:cubicBezTo>
                  <a:pt x="73670" y="184286"/>
                  <a:pt x="62508" y="211410"/>
                  <a:pt x="62508" y="241102"/>
                </a:cubicBezTo>
                <a:lnTo>
                  <a:pt x="62508" y="250031"/>
                </a:lnTo>
                <a:cubicBezTo>
                  <a:pt x="62508" y="256394"/>
                  <a:pt x="63847" y="262421"/>
                  <a:pt x="66247" y="267891"/>
                </a:cubicBezTo>
                <a:lnTo>
                  <a:pt x="17859" y="267891"/>
                </a:lnTo>
                <a:cubicBezTo>
                  <a:pt x="7981" y="267891"/>
                  <a:pt x="0" y="259910"/>
                  <a:pt x="0" y="250031"/>
                </a:cubicBezTo>
                <a:lnTo>
                  <a:pt x="0" y="232172"/>
                </a:lnTo>
                <a:close/>
                <a:moveTo>
                  <a:pt x="290940" y="267891"/>
                </a:moveTo>
                <a:cubicBezTo>
                  <a:pt x="293340" y="262421"/>
                  <a:pt x="294680" y="256394"/>
                  <a:pt x="294680" y="250031"/>
                </a:cubicBezTo>
                <a:lnTo>
                  <a:pt x="294680" y="241102"/>
                </a:lnTo>
                <a:cubicBezTo>
                  <a:pt x="294680" y="211410"/>
                  <a:pt x="283518" y="184286"/>
                  <a:pt x="265156" y="163748"/>
                </a:cubicBezTo>
                <a:cubicBezTo>
                  <a:pt x="271686" y="161795"/>
                  <a:pt x="278606" y="160734"/>
                  <a:pt x="285750" y="160734"/>
                </a:cubicBezTo>
                <a:cubicBezTo>
                  <a:pt x="325208" y="160734"/>
                  <a:pt x="357188" y="192714"/>
                  <a:pt x="357188" y="232172"/>
                </a:cubicBezTo>
                <a:lnTo>
                  <a:pt x="357188" y="250031"/>
                </a:lnTo>
                <a:cubicBezTo>
                  <a:pt x="357188" y="259910"/>
                  <a:pt x="349207" y="267891"/>
                  <a:pt x="339328" y="267891"/>
                </a:cubicBezTo>
                <a:lnTo>
                  <a:pt x="290940" y="267891"/>
                </a:lnTo>
                <a:close/>
                <a:moveTo>
                  <a:pt x="263426" y="89297"/>
                </a:moveTo>
                <a:cubicBezTo>
                  <a:pt x="263426" y="67119"/>
                  <a:pt x="281431" y="49113"/>
                  <a:pt x="303609" y="49113"/>
                </a:cubicBezTo>
                <a:cubicBezTo>
                  <a:pt x="325787" y="49113"/>
                  <a:pt x="343793" y="67119"/>
                  <a:pt x="343793" y="89297"/>
                </a:cubicBezTo>
                <a:cubicBezTo>
                  <a:pt x="343793" y="111475"/>
                  <a:pt x="325787" y="129480"/>
                  <a:pt x="303609" y="129480"/>
                </a:cubicBezTo>
                <a:cubicBezTo>
                  <a:pt x="281431" y="129480"/>
                  <a:pt x="263426" y="111475"/>
                  <a:pt x="263426" y="89297"/>
                </a:cubicBezTo>
                <a:close/>
                <a:moveTo>
                  <a:pt x="89297" y="241102"/>
                </a:moveTo>
                <a:cubicBezTo>
                  <a:pt x="89297" y="191765"/>
                  <a:pt x="129257" y="151805"/>
                  <a:pt x="178594" y="151805"/>
                </a:cubicBezTo>
                <a:cubicBezTo>
                  <a:pt x="227930" y="151805"/>
                  <a:pt x="267891" y="191765"/>
                  <a:pt x="267891" y="241102"/>
                </a:cubicBezTo>
                <a:lnTo>
                  <a:pt x="267891" y="250031"/>
                </a:lnTo>
                <a:cubicBezTo>
                  <a:pt x="267891" y="259910"/>
                  <a:pt x="259910" y="267891"/>
                  <a:pt x="250031" y="267891"/>
                </a:cubicBezTo>
                <a:lnTo>
                  <a:pt x="107156" y="267891"/>
                </a:lnTo>
                <a:cubicBezTo>
                  <a:pt x="97278" y="267891"/>
                  <a:pt x="89297" y="259910"/>
                  <a:pt x="89297" y="250031"/>
                </a:cubicBezTo>
                <a:lnTo>
                  <a:pt x="89297" y="241102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0" name="Text 28"/>
          <p:cNvSpPr/>
          <p:nvPr/>
        </p:nvSpPr>
        <p:spPr>
          <a:xfrm>
            <a:off x="6565582" y="5707381"/>
            <a:ext cx="2247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AFC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User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AFC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Friendly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086850" y="5193031"/>
            <a:ext cx="2486025" cy="1047750"/>
          </a:xfrm>
          <a:custGeom>
            <a:avLst/>
            <a:gdLst/>
            <a:ahLst/>
            <a:cxnLst/>
            <a:rect l="l" t="t" r="r" b="b"/>
            <a:pathLst>
              <a:path w="2486025" h="1047750">
                <a:moveTo>
                  <a:pt x="114299" y="0"/>
                </a:moveTo>
                <a:lnTo>
                  <a:pt x="2371726" y="0"/>
                </a:lnTo>
                <a:cubicBezTo>
                  <a:pt x="2434852" y="0"/>
                  <a:pt x="2486025" y="51173"/>
                  <a:pt x="2486025" y="114299"/>
                </a:cubicBezTo>
                <a:lnTo>
                  <a:pt x="2486025" y="933451"/>
                </a:lnTo>
                <a:cubicBezTo>
                  <a:pt x="2486025" y="996577"/>
                  <a:pt x="2434852" y="1047750"/>
                  <a:pt x="2371726" y="1047750"/>
                </a:cubicBezTo>
                <a:lnTo>
                  <a:pt x="114299" y="1047750"/>
                </a:lnTo>
                <a:cubicBezTo>
                  <a:pt x="51173" y="1047750"/>
                  <a:pt x="0" y="996577"/>
                  <a:pt x="0" y="933451"/>
                </a:cubicBezTo>
                <a:lnTo>
                  <a:pt x="0" y="114299"/>
                </a:lnTo>
                <a:cubicBezTo>
                  <a:pt x="0" y="51173"/>
                  <a:pt x="51173" y="0"/>
                  <a:pt x="114299" y="0"/>
                </a:cubicBezTo>
                <a:close/>
              </a:path>
            </a:pathLst>
          </a:custGeom>
          <a:solidFill>
            <a:srgbClr val="0F172A">
              <a:alpha val="6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0190321" y="534543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80535" y="0"/>
                </a:moveTo>
                <a:lnTo>
                  <a:pt x="205550" y="0"/>
                </a:lnTo>
                <a:cubicBezTo>
                  <a:pt x="220340" y="0"/>
                  <a:pt x="232395" y="12167"/>
                  <a:pt x="231837" y="26901"/>
                </a:cubicBezTo>
                <a:cubicBezTo>
                  <a:pt x="231725" y="29859"/>
                  <a:pt x="231614" y="32817"/>
                  <a:pt x="231446" y="35719"/>
                </a:cubicBezTo>
                <a:lnTo>
                  <a:pt x="259128" y="35719"/>
                </a:lnTo>
                <a:cubicBezTo>
                  <a:pt x="273695" y="35719"/>
                  <a:pt x="286531" y="47774"/>
                  <a:pt x="285415" y="63512"/>
                </a:cubicBezTo>
                <a:cubicBezTo>
                  <a:pt x="281229" y="121388"/>
                  <a:pt x="251650" y="153200"/>
                  <a:pt x="219559" y="169831"/>
                </a:cubicBezTo>
                <a:cubicBezTo>
                  <a:pt x="210741" y="174408"/>
                  <a:pt x="201755" y="177812"/>
                  <a:pt x="193216" y="180324"/>
                </a:cubicBezTo>
                <a:cubicBezTo>
                  <a:pt x="181942" y="196286"/>
                  <a:pt x="170222" y="204713"/>
                  <a:pt x="160902" y="209234"/>
                </a:cubicBezTo>
                <a:lnTo>
                  <a:pt x="160902" y="250031"/>
                </a:lnTo>
                <a:lnTo>
                  <a:pt x="196621" y="250031"/>
                </a:lnTo>
                <a:cubicBezTo>
                  <a:pt x="206499" y="250031"/>
                  <a:pt x="214480" y="258012"/>
                  <a:pt x="214480" y="267891"/>
                </a:cubicBezTo>
                <a:cubicBezTo>
                  <a:pt x="214480" y="277769"/>
                  <a:pt x="206499" y="285750"/>
                  <a:pt x="196621" y="285750"/>
                </a:cubicBezTo>
                <a:lnTo>
                  <a:pt x="89464" y="285750"/>
                </a:lnTo>
                <a:cubicBezTo>
                  <a:pt x="79586" y="285750"/>
                  <a:pt x="71605" y="277769"/>
                  <a:pt x="71605" y="267891"/>
                </a:cubicBezTo>
                <a:cubicBezTo>
                  <a:pt x="71605" y="258012"/>
                  <a:pt x="79586" y="250031"/>
                  <a:pt x="89464" y="250031"/>
                </a:cubicBezTo>
                <a:lnTo>
                  <a:pt x="125183" y="250031"/>
                </a:lnTo>
                <a:lnTo>
                  <a:pt x="125183" y="209234"/>
                </a:lnTo>
                <a:cubicBezTo>
                  <a:pt x="116253" y="204936"/>
                  <a:pt x="105147" y="196955"/>
                  <a:pt x="94320" y="182277"/>
                </a:cubicBezTo>
                <a:cubicBezTo>
                  <a:pt x="84051" y="179598"/>
                  <a:pt x="72889" y="175524"/>
                  <a:pt x="62006" y="169385"/>
                </a:cubicBezTo>
                <a:cubicBezTo>
                  <a:pt x="31812" y="152474"/>
                  <a:pt x="4576" y="120607"/>
                  <a:pt x="670" y="63401"/>
                </a:cubicBezTo>
                <a:cubicBezTo>
                  <a:pt x="-391" y="47718"/>
                  <a:pt x="12390" y="35663"/>
                  <a:pt x="26956" y="35663"/>
                </a:cubicBezTo>
                <a:lnTo>
                  <a:pt x="54639" y="35663"/>
                </a:lnTo>
                <a:cubicBezTo>
                  <a:pt x="54471" y="32761"/>
                  <a:pt x="54359" y="29859"/>
                  <a:pt x="54248" y="26845"/>
                </a:cubicBezTo>
                <a:cubicBezTo>
                  <a:pt x="53690" y="12055"/>
                  <a:pt x="65745" y="-56"/>
                  <a:pt x="80535" y="-56"/>
                </a:cubicBezTo>
                <a:close/>
                <a:moveTo>
                  <a:pt x="56648" y="62508"/>
                </a:moveTo>
                <a:lnTo>
                  <a:pt x="27403" y="62508"/>
                </a:lnTo>
                <a:cubicBezTo>
                  <a:pt x="30863" y="109779"/>
                  <a:pt x="52574" y="133443"/>
                  <a:pt x="74954" y="146000"/>
                </a:cubicBezTo>
                <a:cubicBezTo>
                  <a:pt x="66917" y="125183"/>
                  <a:pt x="60275" y="98003"/>
                  <a:pt x="56648" y="62508"/>
                </a:cubicBezTo>
                <a:close/>
                <a:moveTo>
                  <a:pt x="212080" y="143321"/>
                </a:moveTo>
                <a:cubicBezTo>
                  <a:pt x="234683" y="130039"/>
                  <a:pt x="255110" y="106431"/>
                  <a:pt x="258570" y="62508"/>
                </a:cubicBezTo>
                <a:lnTo>
                  <a:pt x="229381" y="62508"/>
                </a:lnTo>
                <a:cubicBezTo>
                  <a:pt x="225921" y="96496"/>
                  <a:pt x="219670" y="122895"/>
                  <a:pt x="212080" y="143321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33" name="Text 31"/>
          <p:cNvSpPr/>
          <p:nvPr/>
        </p:nvSpPr>
        <p:spPr>
          <a:xfrm>
            <a:off x="9205913" y="5707381"/>
            <a:ext cx="22479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AFC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High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F8FAFC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Accuracy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953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419100"/>
                </a:lnTo>
                <a:cubicBezTo>
                  <a:pt x="76200" y="440128"/>
                  <a:pt x="59128" y="457200"/>
                  <a:pt x="38100" y="457200"/>
                </a:cubicBez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4238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F9731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02 / Challenge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609600"/>
            <a:ext cx="4391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4810" y="1413510"/>
            <a:ext cx="6760845" cy="2141220"/>
          </a:xfrm>
          <a:custGeom>
            <a:avLst/>
            <a:gdLst/>
            <a:ahLst/>
            <a:cxnLst/>
            <a:rect l="l" t="t" r="r" b="b"/>
            <a:pathLst>
              <a:path w="6760845" h="2141220">
                <a:moveTo>
                  <a:pt x="152391" y="0"/>
                </a:moveTo>
                <a:lnTo>
                  <a:pt x="6608454" y="0"/>
                </a:lnTo>
                <a:cubicBezTo>
                  <a:pt x="6692617" y="0"/>
                  <a:pt x="6760845" y="68228"/>
                  <a:pt x="6760845" y="152391"/>
                </a:cubicBezTo>
                <a:lnTo>
                  <a:pt x="6760845" y="1988829"/>
                </a:lnTo>
                <a:cubicBezTo>
                  <a:pt x="6760845" y="2072992"/>
                  <a:pt x="6692617" y="2141220"/>
                  <a:pt x="6608454" y="2141220"/>
                </a:cubicBezTo>
                <a:lnTo>
                  <a:pt x="152391" y="2141220"/>
                </a:lnTo>
                <a:cubicBezTo>
                  <a:pt x="68228" y="2141220"/>
                  <a:pt x="0" y="2072992"/>
                  <a:pt x="0" y="1988829"/>
                </a:cubicBezTo>
                <a:lnTo>
                  <a:pt x="0" y="152391"/>
                </a:lnTo>
                <a:cubicBezTo>
                  <a:pt x="0" y="68284"/>
                  <a:pt x="68284" y="0"/>
                  <a:pt x="152391" y="0"/>
                </a:cubicBezTo>
                <a:close/>
              </a:path>
            </a:pathLst>
          </a:custGeom>
          <a:solidFill>
            <a:srgbClr val="1E293B"/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7220" y="164592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69620" y="179832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1303020" y="1760220"/>
            <a:ext cx="167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7220" y="2331720"/>
            <a:ext cx="63722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During a live IPL match, predicting the final score is </a:t>
            </a:r>
            <a:r>
              <a:rPr lang="en-US" sz="1200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extremely difficult</a:t>
            </a: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due to numerous dynamic variables including pitch conditions, player form, weather, and match pressure.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7220" y="2979420"/>
            <a:ext cx="1828800" cy="342900"/>
          </a:xfrm>
          <a:custGeom>
            <a:avLst/>
            <a:gdLst/>
            <a:ahLst/>
            <a:cxnLst/>
            <a:rect l="l" t="t" r="r" b="b"/>
            <a:pathLst>
              <a:path w="1828800" h="342900">
                <a:moveTo>
                  <a:pt x="76199" y="0"/>
                </a:moveTo>
                <a:lnTo>
                  <a:pt x="1752601" y="0"/>
                </a:lnTo>
                <a:cubicBezTo>
                  <a:pt x="1794684" y="0"/>
                  <a:pt x="1828800" y="34116"/>
                  <a:pt x="1828800" y="76199"/>
                </a:cubicBezTo>
                <a:lnTo>
                  <a:pt x="1828800" y="266701"/>
                </a:lnTo>
                <a:cubicBezTo>
                  <a:pt x="1828800" y="308784"/>
                  <a:pt x="1794684" y="342900"/>
                  <a:pt x="175260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17220" y="2979420"/>
            <a:ext cx="1895475" cy="3429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F4444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Unpredictable Variables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555677" y="2979420"/>
            <a:ext cx="1590675" cy="342900"/>
          </a:xfrm>
          <a:custGeom>
            <a:avLst/>
            <a:gdLst/>
            <a:ahLst/>
            <a:cxnLst/>
            <a:rect l="l" t="t" r="r" b="b"/>
            <a:pathLst>
              <a:path w="1590675" h="342900">
                <a:moveTo>
                  <a:pt x="76199" y="0"/>
                </a:moveTo>
                <a:lnTo>
                  <a:pt x="1514476" y="0"/>
                </a:lnTo>
                <a:cubicBezTo>
                  <a:pt x="1556559" y="0"/>
                  <a:pt x="1590675" y="34116"/>
                  <a:pt x="1590675" y="76199"/>
                </a:cubicBezTo>
                <a:lnTo>
                  <a:pt x="1590675" y="266701"/>
                </a:lnTo>
                <a:cubicBezTo>
                  <a:pt x="1590675" y="308784"/>
                  <a:pt x="1556559" y="342900"/>
                  <a:pt x="1514476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555677" y="2979420"/>
            <a:ext cx="1657350" cy="34290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F4444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Dynamic Conditions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4810" y="3752850"/>
            <a:ext cx="6760845" cy="2417445"/>
          </a:xfrm>
          <a:custGeom>
            <a:avLst/>
            <a:gdLst/>
            <a:ahLst/>
            <a:cxnLst/>
            <a:rect l="l" t="t" r="r" b="b"/>
            <a:pathLst>
              <a:path w="6760845" h="2417445">
                <a:moveTo>
                  <a:pt x="152396" y="0"/>
                </a:moveTo>
                <a:lnTo>
                  <a:pt x="6608449" y="0"/>
                </a:lnTo>
                <a:cubicBezTo>
                  <a:pt x="6692615" y="0"/>
                  <a:pt x="6760845" y="68230"/>
                  <a:pt x="6760845" y="152396"/>
                </a:cubicBezTo>
                <a:lnTo>
                  <a:pt x="6760845" y="2265049"/>
                </a:lnTo>
                <a:cubicBezTo>
                  <a:pt x="6760845" y="2349215"/>
                  <a:pt x="6692615" y="2417445"/>
                  <a:pt x="6608449" y="2417445"/>
                </a:cubicBezTo>
                <a:lnTo>
                  <a:pt x="152396" y="2417445"/>
                </a:lnTo>
                <a:cubicBezTo>
                  <a:pt x="68286" y="2417445"/>
                  <a:pt x="0" y="2349159"/>
                  <a:pt x="0" y="2265049"/>
                </a:cubicBezTo>
                <a:lnTo>
                  <a:pt x="0" y="152396"/>
                </a:lnTo>
                <a:cubicBezTo>
                  <a:pt x="0" y="68230"/>
                  <a:pt x="68230" y="0"/>
                  <a:pt x="152396" y="0"/>
                </a:cubicBezTo>
                <a:close/>
              </a:path>
            </a:pathLst>
          </a:custGeom>
          <a:solidFill>
            <a:srgbClr val="1E293B"/>
          </a:solidFill>
          <a:ln w="10160">
            <a:solidFill>
              <a:srgbClr val="F97316">
                <a:alpha val="30196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" y="398526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97316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741045" y="413766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42875" y="7144"/>
                </a:moveTo>
                <a:cubicBezTo>
                  <a:pt x="168503" y="7144"/>
                  <a:pt x="189309" y="27950"/>
                  <a:pt x="189309" y="53578"/>
                </a:cubicBezTo>
                <a:cubicBezTo>
                  <a:pt x="189309" y="79206"/>
                  <a:pt x="168503" y="100013"/>
                  <a:pt x="142875" y="100013"/>
                </a:cubicBezTo>
                <a:cubicBezTo>
                  <a:pt x="117247" y="100013"/>
                  <a:pt x="96441" y="79206"/>
                  <a:pt x="96441" y="53578"/>
                </a:cubicBezTo>
                <a:cubicBezTo>
                  <a:pt x="96441" y="27950"/>
                  <a:pt x="117247" y="7144"/>
                  <a:pt x="142875" y="7144"/>
                </a:cubicBezTo>
                <a:close/>
                <a:moveTo>
                  <a:pt x="42863" y="39291"/>
                </a:moveTo>
                <a:cubicBezTo>
                  <a:pt x="60605" y="39291"/>
                  <a:pt x="75009" y="53695"/>
                  <a:pt x="75009" y="71438"/>
                </a:cubicBezTo>
                <a:cubicBezTo>
                  <a:pt x="75009" y="89180"/>
                  <a:pt x="60605" y="103584"/>
                  <a:pt x="42863" y="103584"/>
                </a:cubicBezTo>
                <a:cubicBezTo>
                  <a:pt x="25120" y="103584"/>
                  <a:pt x="10716" y="89180"/>
                  <a:pt x="10716" y="71438"/>
                </a:cubicBezTo>
                <a:cubicBezTo>
                  <a:pt x="10716" y="53695"/>
                  <a:pt x="25120" y="39291"/>
                  <a:pt x="42862" y="39291"/>
                </a:cubicBezTo>
                <a:close/>
                <a:moveTo>
                  <a:pt x="0" y="185738"/>
                </a:moveTo>
                <a:cubicBezTo>
                  <a:pt x="0" y="154171"/>
                  <a:pt x="25584" y="128588"/>
                  <a:pt x="57150" y="128588"/>
                </a:cubicBezTo>
                <a:cubicBezTo>
                  <a:pt x="62865" y="128588"/>
                  <a:pt x="68401" y="129436"/>
                  <a:pt x="73625" y="130999"/>
                </a:cubicBezTo>
                <a:cubicBezTo>
                  <a:pt x="58936" y="147429"/>
                  <a:pt x="50006" y="169128"/>
                  <a:pt x="50006" y="192881"/>
                </a:cubicBezTo>
                <a:lnTo>
                  <a:pt x="50006" y="200025"/>
                </a:lnTo>
                <a:cubicBezTo>
                  <a:pt x="50006" y="205115"/>
                  <a:pt x="51078" y="209937"/>
                  <a:pt x="52998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85738"/>
                </a:lnTo>
                <a:close/>
                <a:moveTo>
                  <a:pt x="232752" y="214313"/>
                </a:moveTo>
                <a:cubicBezTo>
                  <a:pt x="234672" y="209937"/>
                  <a:pt x="235744" y="205115"/>
                  <a:pt x="235744" y="200025"/>
                </a:cubicBezTo>
                <a:lnTo>
                  <a:pt x="235744" y="192881"/>
                </a:lnTo>
                <a:cubicBezTo>
                  <a:pt x="235744" y="169128"/>
                  <a:pt x="226814" y="147429"/>
                  <a:pt x="212125" y="130999"/>
                </a:cubicBezTo>
                <a:cubicBezTo>
                  <a:pt x="217349" y="129436"/>
                  <a:pt x="222885" y="128588"/>
                  <a:pt x="228600" y="128588"/>
                </a:cubicBezTo>
                <a:cubicBezTo>
                  <a:pt x="260166" y="128588"/>
                  <a:pt x="285750" y="154171"/>
                  <a:pt x="285750" y="185738"/>
                </a:cubicBezTo>
                <a:lnTo>
                  <a:pt x="285750" y="200025"/>
                </a:lnTo>
                <a:cubicBezTo>
                  <a:pt x="285750" y="207928"/>
                  <a:pt x="279365" y="214313"/>
                  <a:pt x="271463" y="214313"/>
                </a:cubicBezTo>
                <a:lnTo>
                  <a:pt x="232752" y="214313"/>
                </a:lnTo>
                <a:close/>
                <a:moveTo>
                  <a:pt x="210741" y="71438"/>
                </a:moveTo>
                <a:cubicBezTo>
                  <a:pt x="210741" y="53695"/>
                  <a:pt x="225145" y="39291"/>
                  <a:pt x="242888" y="39291"/>
                </a:cubicBezTo>
                <a:cubicBezTo>
                  <a:pt x="260630" y="39291"/>
                  <a:pt x="275034" y="53695"/>
                  <a:pt x="275034" y="71437"/>
                </a:cubicBezTo>
                <a:cubicBezTo>
                  <a:pt x="275034" y="89180"/>
                  <a:pt x="260630" y="103584"/>
                  <a:pt x="242888" y="103584"/>
                </a:cubicBezTo>
                <a:cubicBezTo>
                  <a:pt x="225145" y="103584"/>
                  <a:pt x="210741" y="89180"/>
                  <a:pt x="210741" y="71438"/>
                </a:cubicBezTo>
                <a:close/>
                <a:moveTo>
                  <a:pt x="71438" y="192881"/>
                </a:moveTo>
                <a:cubicBezTo>
                  <a:pt x="71438" y="153412"/>
                  <a:pt x="103406" y="121444"/>
                  <a:pt x="142875" y="121444"/>
                </a:cubicBezTo>
                <a:cubicBezTo>
                  <a:pt x="182344" y="121444"/>
                  <a:pt x="214313" y="153412"/>
                  <a:pt x="214313" y="192881"/>
                </a:cubicBezTo>
                <a:lnTo>
                  <a:pt x="214313" y="200025"/>
                </a:lnTo>
                <a:cubicBezTo>
                  <a:pt x="214313" y="207928"/>
                  <a:pt x="207928" y="214313"/>
                  <a:pt x="200025" y="214313"/>
                </a:cubicBezTo>
                <a:lnTo>
                  <a:pt x="85725" y="214313"/>
                </a:lnTo>
                <a:cubicBezTo>
                  <a:pt x="77822" y="214313"/>
                  <a:pt x="71438" y="207928"/>
                  <a:pt x="71438" y="200025"/>
                </a:cubicBezTo>
                <a:lnTo>
                  <a:pt x="71438" y="192881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1303020" y="4099560"/>
            <a:ext cx="2171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Stakeholder Needs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7220" y="4671060"/>
            <a:ext cx="63722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Fans, analysts, and teams all require </a:t>
            </a:r>
            <a:r>
              <a:rPr lang="en-US" sz="1200" b="1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accurate predictions</a:t>
            </a: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enhance viewing experience, develop strategies, and make data-driven decisions during matches.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17220" y="5318761"/>
            <a:ext cx="2019300" cy="619125"/>
          </a:xfrm>
          <a:custGeom>
            <a:avLst/>
            <a:gdLst/>
            <a:ahLst/>
            <a:cxnLst/>
            <a:rect l="l" t="t" r="r" b="b"/>
            <a:pathLst>
              <a:path w="2019300" h="619125">
                <a:moveTo>
                  <a:pt x="76202" y="0"/>
                </a:moveTo>
                <a:lnTo>
                  <a:pt x="1943098" y="0"/>
                </a:lnTo>
                <a:cubicBezTo>
                  <a:pt x="1985183" y="0"/>
                  <a:pt x="2019300" y="34117"/>
                  <a:pt x="2019300" y="76202"/>
                </a:cubicBezTo>
                <a:lnTo>
                  <a:pt x="2019300" y="542923"/>
                </a:lnTo>
                <a:cubicBezTo>
                  <a:pt x="2019300" y="585008"/>
                  <a:pt x="1985183" y="619125"/>
                  <a:pt x="1943098" y="619125"/>
                </a:cubicBezTo>
                <a:lnTo>
                  <a:pt x="76202" y="619125"/>
                </a:lnTo>
                <a:cubicBezTo>
                  <a:pt x="34117" y="619125"/>
                  <a:pt x="0" y="585008"/>
                  <a:pt x="0" y="5429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0" name="Shape 18"/>
          <p:cNvSpPr/>
          <p:nvPr/>
        </p:nvSpPr>
        <p:spPr>
          <a:xfrm>
            <a:off x="1520904" y="544068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23812" y="47625"/>
                </a:moveTo>
                <a:cubicBezTo>
                  <a:pt x="23812" y="24626"/>
                  <a:pt x="42485" y="5953"/>
                  <a:pt x="65484" y="5953"/>
                </a:cubicBezTo>
                <a:cubicBezTo>
                  <a:pt x="88484" y="5953"/>
                  <a:pt x="107156" y="24626"/>
                  <a:pt x="107156" y="47625"/>
                </a:cubicBezTo>
                <a:cubicBezTo>
                  <a:pt x="107156" y="70624"/>
                  <a:pt x="88484" y="89297"/>
                  <a:pt x="65484" y="89297"/>
                </a:cubicBezTo>
                <a:cubicBezTo>
                  <a:pt x="42485" y="89297"/>
                  <a:pt x="23813" y="70624"/>
                  <a:pt x="23812" y="47625"/>
                </a:cubicBezTo>
                <a:close/>
                <a:moveTo>
                  <a:pt x="0" y="172641"/>
                </a:moveTo>
                <a:cubicBezTo>
                  <a:pt x="0" y="136475"/>
                  <a:pt x="29319" y="107156"/>
                  <a:pt x="65484" y="107156"/>
                </a:cubicBezTo>
                <a:cubicBezTo>
                  <a:pt x="101650" y="107156"/>
                  <a:pt x="130969" y="136475"/>
                  <a:pt x="130969" y="172641"/>
                </a:cubicBezTo>
                <a:lnTo>
                  <a:pt x="130969" y="174873"/>
                </a:lnTo>
                <a:cubicBezTo>
                  <a:pt x="130969" y="183505"/>
                  <a:pt x="123974" y="190500"/>
                  <a:pt x="115342" y="190500"/>
                </a:cubicBezTo>
                <a:lnTo>
                  <a:pt x="15627" y="190500"/>
                </a:lnTo>
                <a:cubicBezTo>
                  <a:pt x="6995" y="190500"/>
                  <a:pt x="0" y="183505"/>
                  <a:pt x="0" y="174873"/>
                </a:cubicBezTo>
                <a:lnTo>
                  <a:pt x="0" y="172641"/>
                </a:lnTo>
                <a:close/>
                <a:moveTo>
                  <a:pt x="160734" y="23812"/>
                </a:moveTo>
                <a:cubicBezTo>
                  <a:pt x="180448" y="23812"/>
                  <a:pt x="196453" y="39818"/>
                  <a:pt x="196453" y="59531"/>
                </a:cubicBezTo>
                <a:cubicBezTo>
                  <a:pt x="196453" y="79245"/>
                  <a:pt x="180448" y="95250"/>
                  <a:pt x="160734" y="95250"/>
                </a:cubicBezTo>
                <a:cubicBezTo>
                  <a:pt x="141021" y="95250"/>
                  <a:pt x="125016" y="79245"/>
                  <a:pt x="125016" y="59531"/>
                </a:cubicBezTo>
                <a:cubicBezTo>
                  <a:pt x="125016" y="39818"/>
                  <a:pt x="141021" y="23813"/>
                  <a:pt x="160734" y="23812"/>
                </a:cubicBezTo>
                <a:close/>
                <a:moveTo>
                  <a:pt x="160734" y="113109"/>
                </a:moveTo>
                <a:cubicBezTo>
                  <a:pt x="190314" y="113109"/>
                  <a:pt x="214313" y="137108"/>
                  <a:pt x="214313" y="166688"/>
                </a:cubicBezTo>
                <a:lnTo>
                  <a:pt x="214313" y="175022"/>
                </a:lnTo>
                <a:cubicBezTo>
                  <a:pt x="214313" y="183579"/>
                  <a:pt x="207392" y="190500"/>
                  <a:pt x="198834" y="190500"/>
                </a:cubicBezTo>
                <a:lnTo>
                  <a:pt x="144959" y="190500"/>
                </a:lnTo>
                <a:cubicBezTo>
                  <a:pt x="147414" y="185849"/>
                  <a:pt x="148828" y="180529"/>
                  <a:pt x="148828" y="174873"/>
                </a:cubicBezTo>
                <a:lnTo>
                  <a:pt x="148828" y="172641"/>
                </a:lnTo>
                <a:cubicBezTo>
                  <a:pt x="148828" y="153479"/>
                  <a:pt x="142354" y="135843"/>
                  <a:pt x="131527" y="121779"/>
                </a:cubicBezTo>
                <a:cubicBezTo>
                  <a:pt x="139936" y="116309"/>
                  <a:pt x="149982" y="113109"/>
                  <a:pt x="160734" y="113109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702945" y="5669280"/>
            <a:ext cx="1847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8FAFC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Fans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753320" y="5318761"/>
            <a:ext cx="2019300" cy="619125"/>
          </a:xfrm>
          <a:custGeom>
            <a:avLst/>
            <a:gdLst/>
            <a:ahLst/>
            <a:cxnLst/>
            <a:rect l="l" t="t" r="r" b="b"/>
            <a:pathLst>
              <a:path w="2019300" h="619125">
                <a:moveTo>
                  <a:pt x="76202" y="0"/>
                </a:moveTo>
                <a:lnTo>
                  <a:pt x="1943098" y="0"/>
                </a:lnTo>
                <a:cubicBezTo>
                  <a:pt x="1985183" y="0"/>
                  <a:pt x="2019300" y="34117"/>
                  <a:pt x="2019300" y="76202"/>
                </a:cubicBezTo>
                <a:lnTo>
                  <a:pt x="2019300" y="542923"/>
                </a:lnTo>
                <a:cubicBezTo>
                  <a:pt x="2019300" y="585008"/>
                  <a:pt x="1985183" y="619125"/>
                  <a:pt x="1943098" y="619125"/>
                </a:cubicBezTo>
                <a:lnTo>
                  <a:pt x="76202" y="619125"/>
                </a:lnTo>
                <a:cubicBezTo>
                  <a:pt x="34117" y="619125"/>
                  <a:pt x="0" y="585008"/>
                  <a:pt x="0" y="5429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3" name="Shape 21"/>
          <p:cNvSpPr/>
          <p:nvPr/>
        </p:nvSpPr>
        <p:spPr>
          <a:xfrm>
            <a:off x="3668911" y="544068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2839045" y="5669280"/>
            <a:ext cx="1847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8FAFC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Analysts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889421" y="5318761"/>
            <a:ext cx="2019300" cy="619125"/>
          </a:xfrm>
          <a:custGeom>
            <a:avLst/>
            <a:gdLst/>
            <a:ahLst/>
            <a:cxnLst/>
            <a:rect l="l" t="t" r="r" b="b"/>
            <a:pathLst>
              <a:path w="2019300" h="619125">
                <a:moveTo>
                  <a:pt x="76202" y="0"/>
                </a:moveTo>
                <a:lnTo>
                  <a:pt x="1943098" y="0"/>
                </a:lnTo>
                <a:cubicBezTo>
                  <a:pt x="1985183" y="0"/>
                  <a:pt x="2019300" y="34117"/>
                  <a:pt x="2019300" y="76202"/>
                </a:cubicBezTo>
                <a:lnTo>
                  <a:pt x="2019300" y="542923"/>
                </a:lnTo>
                <a:cubicBezTo>
                  <a:pt x="2019300" y="585008"/>
                  <a:pt x="1985183" y="619125"/>
                  <a:pt x="1943098" y="619125"/>
                </a:cubicBezTo>
                <a:lnTo>
                  <a:pt x="76202" y="619125"/>
                </a:lnTo>
                <a:cubicBezTo>
                  <a:pt x="34117" y="619125"/>
                  <a:pt x="0" y="585008"/>
                  <a:pt x="0" y="542923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6" name="Shape 24"/>
          <p:cNvSpPr/>
          <p:nvPr/>
        </p:nvSpPr>
        <p:spPr>
          <a:xfrm>
            <a:off x="5781318" y="544068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83344"/>
                </a:moveTo>
                <a:cubicBezTo>
                  <a:pt x="140419" y="83344"/>
                  <a:pt x="157758" y="66005"/>
                  <a:pt x="157758" y="44648"/>
                </a:cubicBezTo>
                <a:cubicBezTo>
                  <a:pt x="157758" y="23292"/>
                  <a:pt x="140419" y="5953"/>
                  <a:pt x="119063" y="5953"/>
                </a:cubicBezTo>
                <a:cubicBezTo>
                  <a:pt x="97706" y="5953"/>
                  <a:pt x="80367" y="23292"/>
                  <a:pt x="80367" y="44648"/>
                </a:cubicBezTo>
                <a:cubicBezTo>
                  <a:pt x="80367" y="66005"/>
                  <a:pt x="97706" y="83344"/>
                  <a:pt x="119063" y="83344"/>
                </a:cubicBezTo>
                <a:close/>
                <a:moveTo>
                  <a:pt x="35719" y="86320"/>
                </a:moveTo>
                <a:cubicBezTo>
                  <a:pt x="50504" y="86320"/>
                  <a:pt x="62508" y="74317"/>
                  <a:pt x="62508" y="59531"/>
                </a:cubicBezTo>
                <a:cubicBezTo>
                  <a:pt x="62508" y="44746"/>
                  <a:pt x="50504" y="32742"/>
                  <a:pt x="35719" y="32742"/>
                </a:cubicBezTo>
                <a:cubicBezTo>
                  <a:pt x="20933" y="32742"/>
                  <a:pt x="8930" y="44746"/>
                  <a:pt x="8930" y="59531"/>
                </a:cubicBezTo>
                <a:cubicBezTo>
                  <a:pt x="8930" y="74317"/>
                  <a:pt x="20933" y="86320"/>
                  <a:pt x="35719" y="86320"/>
                </a:cubicBezTo>
                <a:close/>
                <a:moveTo>
                  <a:pt x="0" y="154781"/>
                </a:moveTo>
                <a:lnTo>
                  <a:pt x="0" y="166688"/>
                </a:lnTo>
                <a:cubicBezTo>
                  <a:pt x="0" y="173273"/>
                  <a:pt x="5321" y="178594"/>
                  <a:pt x="11906" y="178594"/>
                </a:cubicBezTo>
                <a:lnTo>
                  <a:pt x="44165" y="178594"/>
                </a:lnTo>
                <a:cubicBezTo>
                  <a:pt x="42565" y="174947"/>
                  <a:pt x="41672" y="170929"/>
                  <a:pt x="41672" y="166688"/>
                </a:cubicBezTo>
                <a:lnTo>
                  <a:pt x="41672" y="160734"/>
                </a:lnTo>
                <a:cubicBezTo>
                  <a:pt x="41672" y="140940"/>
                  <a:pt x="49113" y="122858"/>
                  <a:pt x="61354" y="109165"/>
                </a:cubicBezTo>
                <a:cubicBezTo>
                  <a:pt x="57001" y="107863"/>
                  <a:pt x="52388" y="107156"/>
                  <a:pt x="47625" y="107156"/>
                </a:cubicBezTo>
                <a:cubicBezTo>
                  <a:pt x="21320" y="107156"/>
                  <a:pt x="0" y="128476"/>
                  <a:pt x="0" y="154781"/>
                </a:cubicBezTo>
                <a:close/>
                <a:moveTo>
                  <a:pt x="229195" y="59531"/>
                </a:moveTo>
                <a:cubicBezTo>
                  <a:pt x="229195" y="44746"/>
                  <a:pt x="217192" y="32742"/>
                  <a:pt x="202406" y="32742"/>
                </a:cubicBezTo>
                <a:cubicBezTo>
                  <a:pt x="187621" y="32742"/>
                  <a:pt x="175617" y="44746"/>
                  <a:pt x="175617" y="59531"/>
                </a:cubicBezTo>
                <a:cubicBezTo>
                  <a:pt x="175617" y="74317"/>
                  <a:pt x="187621" y="86320"/>
                  <a:pt x="202406" y="86320"/>
                </a:cubicBezTo>
                <a:cubicBezTo>
                  <a:pt x="217192" y="86320"/>
                  <a:pt x="229195" y="74317"/>
                  <a:pt x="229195" y="59531"/>
                </a:cubicBezTo>
                <a:close/>
                <a:moveTo>
                  <a:pt x="59531" y="160734"/>
                </a:moveTo>
                <a:lnTo>
                  <a:pt x="59531" y="166688"/>
                </a:lnTo>
                <a:cubicBezTo>
                  <a:pt x="59531" y="173273"/>
                  <a:pt x="64852" y="178594"/>
                  <a:pt x="71438" y="178594"/>
                </a:cubicBezTo>
                <a:lnTo>
                  <a:pt x="129778" y="178594"/>
                </a:lnTo>
                <a:cubicBezTo>
                  <a:pt x="127136" y="170557"/>
                  <a:pt x="127434" y="162074"/>
                  <a:pt x="133759" y="154781"/>
                </a:cubicBezTo>
                <a:cubicBezTo>
                  <a:pt x="128550" y="148754"/>
                  <a:pt x="126132" y="140010"/>
                  <a:pt x="129518" y="131229"/>
                </a:cubicBezTo>
                <a:cubicBezTo>
                  <a:pt x="131973" y="124867"/>
                  <a:pt x="135434" y="118914"/>
                  <a:pt x="139712" y="113630"/>
                </a:cubicBezTo>
                <a:cubicBezTo>
                  <a:pt x="141722" y="111175"/>
                  <a:pt x="144028" y="109277"/>
                  <a:pt x="146521" y="107900"/>
                </a:cubicBezTo>
                <a:cubicBezTo>
                  <a:pt x="138299" y="103622"/>
                  <a:pt x="128960" y="101203"/>
                  <a:pt x="119063" y="101203"/>
                </a:cubicBezTo>
                <a:cubicBezTo>
                  <a:pt x="86171" y="101203"/>
                  <a:pt x="59531" y="127843"/>
                  <a:pt x="59531" y="160734"/>
                </a:cubicBezTo>
                <a:close/>
                <a:moveTo>
                  <a:pt x="232395" y="144326"/>
                </a:moveTo>
                <a:cubicBezTo>
                  <a:pt x="234739" y="142987"/>
                  <a:pt x="235930" y="140196"/>
                  <a:pt x="234925" y="137629"/>
                </a:cubicBezTo>
                <a:cubicBezTo>
                  <a:pt x="233139" y="133015"/>
                  <a:pt x="230646" y="128662"/>
                  <a:pt x="227521" y="124830"/>
                </a:cubicBezTo>
                <a:cubicBezTo>
                  <a:pt x="225809" y="122709"/>
                  <a:pt x="222796" y="122337"/>
                  <a:pt x="220452" y="123713"/>
                </a:cubicBezTo>
                <a:cubicBezTo>
                  <a:pt x="212341" y="128401"/>
                  <a:pt x="202369" y="122672"/>
                  <a:pt x="202369" y="113258"/>
                </a:cubicBezTo>
                <a:cubicBezTo>
                  <a:pt x="202369" y="110542"/>
                  <a:pt x="200546" y="108124"/>
                  <a:pt x="197867" y="107714"/>
                </a:cubicBezTo>
                <a:cubicBezTo>
                  <a:pt x="193067" y="106970"/>
                  <a:pt x="187896" y="106970"/>
                  <a:pt x="183096" y="107714"/>
                </a:cubicBezTo>
                <a:cubicBezTo>
                  <a:pt x="180417" y="108124"/>
                  <a:pt x="178594" y="110542"/>
                  <a:pt x="178594" y="113258"/>
                </a:cubicBezTo>
                <a:cubicBezTo>
                  <a:pt x="178594" y="122634"/>
                  <a:pt x="168622" y="128401"/>
                  <a:pt x="160511" y="123713"/>
                </a:cubicBezTo>
                <a:cubicBezTo>
                  <a:pt x="158167" y="122374"/>
                  <a:pt x="155153" y="122746"/>
                  <a:pt x="153442" y="124830"/>
                </a:cubicBezTo>
                <a:cubicBezTo>
                  <a:pt x="150316" y="128662"/>
                  <a:pt x="147824" y="133015"/>
                  <a:pt x="146038" y="137629"/>
                </a:cubicBezTo>
                <a:cubicBezTo>
                  <a:pt x="145070" y="140159"/>
                  <a:pt x="146224" y="142949"/>
                  <a:pt x="148568" y="144289"/>
                </a:cubicBezTo>
                <a:cubicBezTo>
                  <a:pt x="156716" y="148977"/>
                  <a:pt x="156716" y="160474"/>
                  <a:pt x="148568" y="165199"/>
                </a:cubicBezTo>
                <a:cubicBezTo>
                  <a:pt x="146224" y="166539"/>
                  <a:pt x="145033" y="169329"/>
                  <a:pt x="146038" y="171859"/>
                </a:cubicBezTo>
                <a:cubicBezTo>
                  <a:pt x="147824" y="176473"/>
                  <a:pt x="150316" y="180826"/>
                  <a:pt x="153442" y="184658"/>
                </a:cubicBezTo>
                <a:cubicBezTo>
                  <a:pt x="155153" y="186779"/>
                  <a:pt x="158167" y="187151"/>
                  <a:pt x="160511" y="185775"/>
                </a:cubicBezTo>
                <a:cubicBezTo>
                  <a:pt x="168622" y="181087"/>
                  <a:pt x="178594" y="186854"/>
                  <a:pt x="178594" y="196230"/>
                </a:cubicBezTo>
                <a:cubicBezTo>
                  <a:pt x="178594" y="198946"/>
                  <a:pt x="180417" y="201364"/>
                  <a:pt x="183096" y="201774"/>
                </a:cubicBezTo>
                <a:cubicBezTo>
                  <a:pt x="187896" y="202518"/>
                  <a:pt x="193067" y="202518"/>
                  <a:pt x="197867" y="201774"/>
                </a:cubicBezTo>
                <a:cubicBezTo>
                  <a:pt x="200546" y="201364"/>
                  <a:pt x="202369" y="198946"/>
                  <a:pt x="202369" y="196230"/>
                </a:cubicBezTo>
                <a:cubicBezTo>
                  <a:pt x="202369" y="186854"/>
                  <a:pt x="212341" y="181087"/>
                  <a:pt x="220452" y="185775"/>
                </a:cubicBezTo>
                <a:cubicBezTo>
                  <a:pt x="222796" y="187114"/>
                  <a:pt x="225809" y="186742"/>
                  <a:pt x="227521" y="184658"/>
                </a:cubicBezTo>
                <a:cubicBezTo>
                  <a:pt x="230646" y="180826"/>
                  <a:pt x="233139" y="176473"/>
                  <a:pt x="234925" y="171859"/>
                </a:cubicBezTo>
                <a:cubicBezTo>
                  <a:pt x="235893" y="169329"/>
                  <a:pt x="234739" y="166539"/>
                  <a:pt x="232395" y="165199"/>
                </a:cubicBezTo>
                <a:cubicBezTo>
                  <a:pt x="224247" y="160511"/>
                  <a:pt x="224247" y="149014"/>
                  <a:pt x="232395" y="144289"/>
                </a:cubicBezTo>
                <a:close/>
                <a:moveTo>
                  <a:pt x="175617" y="154781"/>
                </a:moveTo>
                <a:cubicBezTo>
                  <a:pt x="175617" y="146567"/>
                  <a:pt x="182286" y="139898"/>
                  <a:pt x="190500" y="139898"/>
                </a:cubicBezTo>
                <a:cubicBezTo>
                  <a:pt x="198714" y="139898"/>
                  <a:pt x="205383" y="146567"/>
                  <a:pt x="205383" y="154781"/>
                </a:cubicBezTo>
                <a:cubicBezTo>
                  <a:pt x="205383" y="162995"/>
                  <a:pt x="198714" y="169664"/>
                  <a:pt x="190500" y="169664"/>
                </a:cubicBezTo>
                <a:cubicBezTo>
                  <a:pt x="182286" y="169664"/>
                  <a:pt x="175617" y="162995"/>
                  <a:pt x="175617" y="154781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4975146" y="5669280"/>
            <a:ext cx="1847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F8FAFC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Teams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383780" y="1417320"/>
            <a:ext cx="4415790" cy="2072640"/>
          </a:xfrm>
          <a:custGeom>
            <a:avLst/>
            <a:gdLst/>
            <a:ahLst/>
            <a:cxnLst/>
            <a:rect l="l" t="t" r="r" b="b"/>
            <a:pathLst>
              <a:path w="4415790" h="2072640">
                <a:moveTo>
                  <a:pt x="152401" y="0"/>
                </a:moveTo>
                <a:lnTo>
                  <a:pt x="4263389" y="0"/>
                </a:lnTo>
                <a:cubicBezTo>
                  <a:pt x="4347558" y="0"/>
                  <a:pt x="4415790" y="68232"/>
                  <a:pt x="4415790" y="152401"/>
                </a:cubicBezTo>
                <a:lnTo>
                  <a:pt x="4415790" y="1920239"/>
                </a:lnTo>
                <a:cubicBezTo>
                  <a:pt x="4415790" y="2004408"/>
                  <a:pt x="4347558" y="2072640"/>
                  <a:pt x="4263389" y="2072640"/>
                </a:cubicBezTo>
                <a:lnTo>
                  <a:pt x="152401" y="2072640"/>
                </a:lnTo>
                <a:cubicBezTo>
                  <a:pt x="68232" y="2072640"/>
                  <a:pt x="0" y="2004408"/>
                  <a:pt x="0" y="1920239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30000"/>
                </a:srgbClr>
              </a:gs>
              <a:gs pos="100000">
                <a:srgbClr val="F97316">
                  <a:alpha val="30000"/>
                </a:srgbClr>
              </a:gs>
            </a:gsLst>
            <a:lin ang="2700000" scaled="1"/>
          </a:gradFill>
          <a:ln w="20320">
            <a:solidFill>
              <a:srgbClr val="F9731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20000" y="165354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97316"/>
          </a:soli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820025" y="181546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1" name="Text 29"/>
          <p:cNvSpPr/>
          <p:nvPr/>
        </p:nvSpPr>
        <p:spPr>
          <a:xfrm>
            <a:off x="8382000" y="1786890"/>
            <a:ext cx="1428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Objective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620000" y="2415540"/>
            <a:ext cx="402907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F8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a Machine Learning model that predicts IPL final score using comprehensive match parameters and historical data patterns.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379970" y="3689509"/>
            <a:ext cx="4427220" cy="2779395"/>
          </a:xfrm>
          <a:custGeom>
            <a:avLst/>
            <a:gdLst/>
            <a:ahLst/>
            <a:cxnLst/>
            <a:rect l="l" t="t" r="r" b="b"/>
            <a:pathLst>
              <a:path w="4427220" h="2779395">
                <a:moveTo>
                  <a:pt x="152394" y="0"/>
                </a:moveTo>
                <a:lnTo>
                  <a:pt x="4274826" y="0"/>
                </a:lnTo>
                <a:cubicBezTo>
                  <a:pt x="4358991" y="0"/>
                  <a:pt x="4427220" y="68229"/>
                  <a:pt x="4427220" y="152394"/>
                </a:cubicBezTo>
                <a:lnTo>
                  <a:pt x="4427220" y="2627001"/>
                </a:lnTo>
                <a:cubicBezTo>
                  <a:pt x="4427220" y="2711166"/>
                  <a:pt x="4358991" y="2779395"/>
                  <a:pt x="4274826" y="2779395"/>
                </a:cubicBezTo>
                <a:lnTo>
                  <a:pt x="152394" y="2779395"/>
                </a:lnTo>
                <a:cubicBezTo>
                  <a:pt x="68229" y="2779395"/>
                  <a:pt x="0" y="2711166"/>
                  <a:pt x="0" y="2627001"/>
                </a:cubicBezTo>
                <a:lnTo>
                  <a:pt x="0" y="152394"/>
                </a:lnTo>
                <a:cubicBezTo>
                  <a:pt x="0" y="68286"/>
                  <a:pt x="68286" y="0"/>
                  <a:pt x="152394" y="0"/>
                </a:cubicBezTo>
                <a:close/>
              </a:path>
            </a:pathLst>
          </a:custGeom>
          <a:solidFill>
            <a:srgbClr val="1E293B"/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36193" y="396001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62136" y="62136"/>
                </a:moveTo>
                <a:cubicBezTo>
                  <a:pt x="65633" y="58638"/>
                  <a:pt x="71289" y="58638"/>
                  <a:pt x="74749" y="62136"/>
                </a:cubicBezTo>
                <a:lnTo>
                  <a:pt x="95213" y="82600"/>
                </a:lnTo>
                <a:lnTo>
                  <a:pt x="115677" y="62136"/>
                </a:lnTo>
                <a:cubicBezTo>
                  <a:pt x="119174" y="58638"/>
                  <a:pt x="124830" y="58638"/>
                  <a:pt x="128290" y="62136"/>
                </a:cubicBezTo>
                <a:cubicBezTo>
                  <a:pt x="131750" y="65633"/>
                  <a:pt x="131787" y="71289"/>
                  <a:pt x="128290" y="74749"/>
                </a:cubicBezTo>
                <a:lnTo>
                  <a:pt x="107826" y="95213"/>
                </a:lnTo>
                <a:lnTo>
                  <a:pt x="128290" y="115677"/>
                </a:lnTo>
                <a:cubicBezTo>
                  <a:pt x="131787" y="119174"/>
                  <a:pt x="131787" y="124830"/>
                  <a:pt x="128290" y="128290"/>
                </a:cubicBezTo>
                <a:cubicBezTo>
                  <a:pt x="124792" y="131750"/>
                  <a:pt x="119137" y="131787"/>
                  <a:pt x="115677" y="128290"/>
                </a:cubicBezTo>
                <a:lnTo>
                  <a:pt x="95213" y="107826"/>
                </a:lnTo>
                <a:lnTo>
                  <a:pt x="74749" y="128290"/>
                </a:lnTo>
                <a:cubicBezTo>
                  <a:pt x="71251" y="131787"/>
                  <a:pt x="65596" y="131787"/>
                  <a:pt x="62136" y="128290"/>
                </a:cubicBezTo>
                <a:cubicBezTo>
                  <a:pt x="58675" y="124792"/>
                  <a:pt x="58638" y="119137"/>
                  <a:pt x="62136" y="115677"/>
                </a:cubicBezTo>
                <a:lnTo>
                  <a:pt x="82600" y="95213"/>
                </a:lnTo>
                <a:lnTo>
                  <a:pt x="62136" y="74749"/>
                </a:lnTo>
                <a:cubicBezTo>
                  <a:pt x="58638" y="71251"/>
                  <a:pt x="58638" y="65596"/>
                  <a:pt x="62136" y="62136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35" name="Text 33"/>
          <p:cNvSpPr/>
          <p:nvPr/>
        </p:nvSpPr>
        <p:spPr>
          <a:xfrm>
            <a:off x="7850505" y="3921919"/>
            <a:ext cx="3819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Traditional Limitations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650480" y="4379119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6401" y="21848"/>
                </a:moveTo>
                <a:cubicBezTo>
                  <a:pt x="12680" y="18127"/>
                  <a:pt x="6638" y="18127"/>
                  <a:pt x="2917" y="21848"/>
                </a:cubicBezTo>
                <a:cubicBezTo>
                  <a:pt x="-804" y="25569"/>
                  <a:pt x="-804" y="31611"/>
                  <a:pt x="2917" y="35332"/>
                </a:cubicBezTo>
                <a:lnTo>
                  <a:pt x="43815" y="76200"/>
                </a:lnTo>
                <a:lnTo>
                  <a:pt x="2947" y="117098"/>
                </a:lnTo>
                <a:cubicBezTo>
                  <a:pt x="-774" y="120819"/>
                  <a:pt x="-774" y="126861"/>
                  <a:pt x="2947" y="130582"/>
                </a:cubicBezTo>
                <a:cubicBezTo>
                  <a:pt x="6668" y="134303"/>
                  <a:pt x="12710" y="134303"/>
                  <a:pt x="16431" y="130582"/>
                </a:cubicBezTo>
                <a:lnTo>
                  <a:pt x="57299" y="89684"/>
                </a:lnTo>
                <a:lnTo>
                  <a:pt x="98197" y="130552"/>
                </a:lnTo>
                <a:cubicBezTo>
                  <a:pt x="101918" y="134273"/>
                  <a:pt x="107960" y="134273"/>
                  <a:pt x="111681" y="130552"/>
                </a:cubicBezTo>
                <a:cubicBezTo>
                  <a:pt x="115401" y="126831"/>
                  <a:pt x="115401" y="120789"/>
                  <a:pt x="111681" y="117068"/>
                </a:cubicBezTo>
                <a:lnTo>
                  <a:pt x="70783" y="76200"/>
                </a:lnTo>
                <a:lnTo>
                  <a:pt x="111651" y="35302"/>
                </a:lnTo>
                <a:cubicBezTo>
                  <a:pt x="115372" y="31581"/>
                  <a:pt x="115372" y="25539"/>
                  <a:pt x="111651" y="21818"/>
                </a:cubicBezTo>
                <a:cubicBezTo>
                  <a:pt x="107930" y="18098"/>
                  <a:pt x="101888" y="18098"/>
                  <a:pt x="98167" y="21818"/>
                </a:cubicBezTo>
                <a:lnTo>
                  <a:pt x="57299" y="62716"/>
                </a:lnTo>
                <a:lnTo>
                  <a:pt x="16401" y="21848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37" name="Text 35"/>
          <p:cNvSpPr/>
          <p:nvPr/>
        </p:nvSpPr>
        <p:spPr>
          <a:xfrm>
            <a:off x="7917180" y="4341019"/>
            <a:ext cx="2343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Human estimation lacks precision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650480" y="4722019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6401" y="21848"/>
                </a:moveTo>
                <a:cubicBezTo>
                  <a:pt x="12680" y="18127"/>
                  <a:pt x="6638" y="18127"/>
                  <a:pt x="2917" y="21848"/>
                </a:cubicBezTo>
                <a:cubicBezTo>
                  <a:pt x="-804" y="25569"/>
                  <a:pt x="-804" y="31611"/>
                  <a:pt x="2917" y="35332"/>
                </a:cubicBezTo>
                <a:lnTo>
                  <a:pt x="43815" y="76200"/>
                </a:lnTo>
                <a:lnTo>
                  <a:pt x="2947" y="117098"/>
                </a:lnTo>
                <a:cubicBezTo>
                  <a:pt x="-774" y="120819"/>
                  <a:pt x="-774" y="126861"/>
                  <a:pt x="2947" y="130582"/>
                </a:cubicBezTo>
                <a:cubicBezTo>
                  <a:pt x="6668" y="134303"/>
                  <a:pt x="12710" y="134303"/>
                  <a:pt x="16431" y="130582"/>
                </a:cubicBezTo>
                <a:lnTo>
                  <a:pt x="57299" y="89684"/>
                </a:lnTo>
                <a:lnTo>
                  <a:pt x="98197" y="130552"/>
                </a:lnTo>
                <a:cubicBezTo>
                  <a:pt x="101918" y="134273"/>
                  <a:pt x="107960" y="134273"/>
                  <a:pt x="111681" y="130552"/>
                </a:cubicBezTo>
                <a:cubicBezTo>
                  <a:pt x="115401" y="126831"/>
                  <a:pt x="115401" y="120789"/>
                  <a:pt x="111681" y="117068"/>
                </a:cubicBezTo>
                <a:lnTo>
                  <a:pt x="70783" y="76200"/>
                </a:lnTo>
                <a:lnTo>
                  <a:pt x="111651" y="35302"/>
                </a:lnTo>
                <a:cubicBezTo>
                  <a:pt x="115372" y="31581"/>
                  <a:pt x="115372" y="25539"/>
                  <a:pt x="111651" y="21818"/>
                </a:cubicBezTo>
                <a:cubicBezTo>
                  <a:pt x="107930" y="18098"/>
                  <a:pt x="101888" y="18098"/>
                  <a:pt x="98167" y="21818"/>
                </a:cubicBezTo>
                <a:lnTo>
                  <a:pt x="57299" y="62716"/>
                </a:lnTo>
                <a:lnTo>
                  <a:pt x="16401" y="21848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39" name="Text 37"/>
          <p:cNvSpPr/>
          <p:nvPr/>
        </p:nvSpPr>
        <p:spPr>
          <a:xfrm>
            <a:off x="7917180" y="4683919"/>
            <a:ext cx="1857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Limited data consideration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650480" y="5064919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6401" y="21848"/>
                </a:moveTo>
                <a:cubicBezTo>
                  <a:pt x="12680" y="18127"/>
                  <a:pt x="6638" y="18127"/>
                  <a:pt x="2917" y="21848"/>
                </a:cubicBezTo>
                <a:cubicBezTo>
                  <a:pt x="-804" y="25569"/>
                  <a:pt x="-804" y="31611"/>
                  <a:pt x="2917" y="35332"/>
                </a:cubicBezTo>
                <a:lnTo>
                  <a:pt x="43815" y="76200"/>
                </a:lnTo>
                <a:lnTo>
                  <a:pt x="2947" y="117098"/>
                </a:lnTo>
                <a:cubicBezTo>
                  <a:pt x="-774" y="120819"/>
                  <a:pt x="-774" y="126861"/>
                  <a:pt x="2947" y="130582"/>
                </a:cubicBezTo>
                <a:cubicBezTo>
                  <a:pt x="6668" y="134303"/>
                  <a:pt x="12710" y="134303"/>
                  <a:pt x="16431" y="130582"/>
                </a:cubicBezTo>
                <a:lnTo>
                  <a:pt x="57299" y="89684"/>
                </a:lnTo>
                <a:lnTo>
                  <a:pt x="98197" y="130552"/>
                </a:lnTo>
                <a:cubicBezTo>
                  <a:pt x="101918" y="134273"/>
                  <a:pt x="107960" y="134273"/>
                  <a:pt x="111681" y="130552"/>
                </a:cubicBezTo>
                <a:cubicBezTo>
                  <a:pt x="115401" y="126831"/>
                  <a:pt x="115401" y="120789"/>
                  <a:pt x="111681" y="117068"/>
                </a:cubicBezTo>
                <a:lnTo>
                  <a:pt x="70783" y="76200"/>
                </a:lnTo>
                <a:lnTo>
                  <a:pt x="111651" y="35302"/>
                </a:lnTo>
                <a:cubicBezTo>
                  <a:pt x="115372" y="31581"/>
                  <a:pt x="115372" y="25539"/>
                  <a:pt x="111651" y="21818"/>
                </a:cubicBezTo>
                <a:cubicBezTo>
                  <a:pt x="107930" y="18098"/>
                  <a:pt x="101888" y="18098"/>
                  <a:pt x="98167" y="21818"/>
                </a:cubicBezTo>
                <a:lnTo>
                  <a:pt x="57299" y="62716"/>
                </a:lnTo>
                <a:lnTo>
                  <a:pt x="16401" y="21848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41" name="Text 39"/>
          <p:cNvSpPr/>
          <p:nvPr/>
        </p:nvSpPr>
        <p:spPr>
          <a:xfrm>
            <a:off x="7917180" y="5026819"/>
            <a:ext cx="2038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Subjective bias in predictions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650480" y="5407819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16401" y="21848"/>
                </a:moveTo>
                <a:cubicBezTo>
                  <a:pt x="12680" y="18127"/>
                  <a:pt x="6638" y="18127"/>
                  <a:pt x="2917" y="21848"/>
                </a:cubicBezTo>
                <a:cubicBezTo>
                  <a:pt x="-804" y="25569"/>
                  <a:pt x="-804" y="31611"/>
                  <a:pt x="2917" y="35332"/>
                </a:cubicBezTo>
                <a:lnTo>
                  <a:pt x="43815" y="76200"/>
                </a:lnTo>
                <a:lnTo>
                  <a:pt x="2947" y="117098"/>
                </a:lnTo>
                <a:cubicBezTo>
                  <a:pt x="-774" y="120819"/>
                  <a:pt x="-774" y="126861"/>
                  <a:pt x="2947" y="130582"/>
                </a:cubicBezTo>
                <a:cubicBezTo>
                  <a:pt x="6668" y="134303"/>
                  <a:pt x="12710" y="134303"/>
                  <a:pt x="16431" y="130582"/>
                </a:cubicBezTo>
                <a:lnTo>
                  <a:pt x="57299" y="89684"/>
                </a:lnTo>
                <a:lnTo>
                  <a:pt x="98197" y="130552"/>
                </a:lnTo>
                <a:cubicBezTo>
                  <a:pt x="101918" y="134273"/>
                  <a:pt x="107960" y="134273"/>
                  <a:pt x="111681" y="130552"/>
                </a:cubicBezTo>
                <a:cubicBezTo>
                  <a:pt x="115401" y="126831"/>
                  <a:pt x="115401" y="120789"/>
                  <a:pt x="111681" y="117068"/>
                </a:cubicBezTo>
                <a:lnTo>
                  <a:pt x="70783" y="76200"/>
                </a:lnTo>
                <a:lnTo>
                  <a:pt x="111651" y="35302"/>
                </a:lnTo>
                <a:cubicBezTo>
                  <a:pt x="115372" y="31581"/>
                  <a:pt x="115372" y="25539"/>
                  <a:pt x="111651" y="21818"/>
                </a:cubicBezTo>
                <a:cubicBezTo>
                  <a:pt x="107930" y="18098"/>
                  <a:pt x="101888" y="18098"/>
                  <a:pt x="98167" y="21818"/>
                </a:cubicBezTo>
                <a:lnTo>
                  <a:pt x="57299" y="62716"/>
                </a:lnTo>
                <a:lnTo>
                  <a:pt x="16401" y="21848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43" name="Text 41"/>
          <p:cNvSpPr/>
          <p:nvPr/>
        </p:nvSpPr>
        <p:spPr>
          <a:xfrm>
            <a:off x="7917180" y="5369719"/>
            <a:ext cx="1657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real-time adaptation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953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419100"/>
                </a:lnTo>
                <a:cubicBezTo>
                  <a:pt x="76200" y="440128"/>
                  <a:pt x="59128" y="457200"/>
                  <a:pt x="38100" y="457200"/>
                </a:cubicBez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4067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F9731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03 / Goals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609600"/>
            <a:ext cx="4219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Objectives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390650"/>
            <a:ext cx="3686175" cy="2438400"/>
          </a:xfrm>
          <a:custGeom>
            <a:avLst/>
            <a:gdLst/>
            <a:ahLst/>
            <a:cxnLst/>
            <a:rect l="l" t="t" r="r" b="b"/>
            <a:pathLst>
              <a:path w="3686175" h="24384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2286000"/>
                </a:lnTo>
                <a:cubicBezTo>
                  <a:pt x="3686175" y="2370112"/>
                  <a:pt x="3617887" y="2438400"/>
                  <a:pt x="3533775" y="2438400"/>
                </a:cubicBezTo>
                <a:lnTo>
                  <a:pt x="152400" y="2438400"/>
                </a:lnTo>
                <a:cubicBezTo>
                  <a:pt x="68288" y="2438400"/>
                  <a:pt x="0" y="2370112"/>
                  <a:pt x="0" y="2286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381000" y="1390650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638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55452" y="1771650"/>
            <a:ext cx="457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3B82F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676400"/>
            <a:ext cx="11620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Analyze IPL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Match Data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9600" y="2400300"/>
            <a:ext cx="330517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analysis of historical IPL match data to identify patterns, trends, and key performance indicators that influence match outcomes.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54460" y="1390650"/>
            <a:ext cx="3686175" cy="2438400"/>
          </a:xfrm>
          <a:custGeom>
            <a:avLst/>
            <a:gdLst/>
            <a:ahLst/>
            <a:cxnLst/>
            <a:rect l="l" t="t" r="r" b="b"/>
            <a:pathLst>
              <a:path w="3686175" h="24384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2286000"/>
                </a:lnTo>
                <a:cubicBezTo>
                  <a:pt x="3686175" y="2370112"/>
                  <a:pt x="3617887" y="2438400"/>
                  <a:pt x="3533775" y="2438400"/>
                </a:cubicBezTo>
                <a:lnTo>
                  <a:pt x="152400" y="2438400"/>
                </a:lnTo>
                <a:cubicBezTo>
                  <a:pt x="68288" y="2438400"/>
                  <a:pt x="0" y="2370112"/>
                  <a:pt x="0" y="2286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4254460" y="1390650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13" name="Shape 11"/>
          <p:cNvSpPr/>
          <p:nvPr/>
        </p:nvSpPr>
        <p:spPr>
          <a:xfrm>
            <a:off x="4483060" y="1638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97316">
              <a:alpha val="2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628912" y="1771650"/>
            <a:ext cx="457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9731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45061" y="1676400"/>
            <a:ext cx="1600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Clean &amp;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Preprocess Data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83060" y="2400300"/>
            <a:ext cx="330517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 robust data cleaning and preprocessing techniques to handle missing values, remove inconsistencies, and prepare data for model training.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27921" y="1390650"/>
            <a:ext cx="3686175" cy="2438400"/>
          </a:xfrm>
          <a:custGeom>
            <a:avLst/>
            <a:gdLst/>
            <a:ahLst/>
            <a:cxnLst/>
            <a:rect l="l" t="t" r="r" b="b"/>
            <a:pathLst>
              <a:path w="3686175" h="24384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2286000"/>
                </a:lnTo>
                <a:cubicBezTo>
                  <a:pt x="3686175" y="2370112"/>
                  <a:pt x="3617887" y="2438400"/>
                  <a:pt x="3533775" y="2438400"/>
                </a:cubicBezTo>
                <a:lnTo>
                  <a:pt x="152400" y="2438400"/>
                </a:lnTo>
                <a:cubicBezTo>
                  <a:pt x="68288" y="2438400"/>
                  <a:pt x="0" y="2370112"/>
                  <a:pt x="0" y="2286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8127921" y="1390650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9" name="Shape 17"/>
          <p:cNvSpPr/>
          <p:nvPr/>
        </p:nvSpPr>
        <p:spPr>
          <a:xfrm>
            <a:off x="8356521" y="1638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8502372" y="1771650"/>
            <a:ext cx="457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3B82F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18521" y="1676400"/>
            <a:ext cx="12001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Feature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Engineering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56521" y="2400300"/>
            <a:ext cx="330517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meaningful features from raw data including team statistics, venue performance, current match status, and recent performance metrics.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81000" y="4038600"/>
            <a:ext cx="3686175" cy="2438400"/>
          </a:xfrm>
          <a:custGeom>
            <a:avLst/>
            <a:gdLst/>
            <a:ahLst/>
            <a:cxnLst/>
            <a:rect l="l" t="t" r="r" b="b"/>
            <a:pathLst>
              <a:path w="3686175" h="24384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2286000"/>
                </a:lnTo>
                <a:cubicBezTo>
                  <a:pt x="3686175" y="2370112"/>
                  <a:pt x="3617887" y="2438400"/>
                  <a:pt x="3533775" y="2438400"/>
                </a:cubicBezTo>
                <a:lnTo>
                  <a:pt x="152400" y="2438400"/>
                </a:lnTo>
                <a:cubicBezTo>
                  <a:pt x="68288" y="2438400"/>
                  <a:pt x="0" y="2370112"/>
                  <a:pt x="0" y="2286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24" name="Shape 22"/>
          <p:cNvSpPr/>
          <p:nvPr/>
        </p:nvSpPr>
        <p:spPr>
          <a:xfrm>
            <a:off x="381000" y="4038600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25" name="Shape 23"/>
          <p:cNvSpPr/>
          <p:nvPr/>
        </p:nvSpPr>
        <p:spPr>
          <a:xfrm>
            <a:off x="609600" y="42862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97316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55452" y="4419600"/>
            <a:ext cx="457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9731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71600" y="4324350"/>
            <a:ext cx="8858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Train ML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Model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09600" y="5048250"/>
            <a:ext cx="3305175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 and train machine learning models using algorithms like Random Forest and Linear Regression to predict final scores accurately.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254460" y="4038600"/>
            <a:ext cx="3686175" cy="2438400"/>
          </a:xfrm>
          <a:custGeom>
            <a:avLst/>
            <a:gdLst/>
            <a:ahLst/>
            <a:cxnLst/>
            <a:rect l="l" t="t" r="r" b="b"/>
            <a:pathLst>
              <a:path w="3686175" h="24384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2286000"/>
                </a:lnTo>
                <a:cubicBezTo>
                  <a:pt x="3686175" y="2370112"/>
                  <a:pt x="3617887" y="2438400"/>
                  <a:pt x="3533775" y="2438400"/>
                </a:cubicBezTo>
                <a:lnTo>
                  <a:pt x="152400" y="2438400"/>
                </a:lnTo>
                <a:cubicBezTo>
                  <a:pt x="68288" y="2438400"/>
                  <a:pt x="0" y="2370112"/>
                  <a:pt x="0" y="2286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30" name="Shape 28"/>
          <p:cNvSpPr/>
          <p:nvPr/>
        </p:nvSpPr>
        <p:spPr>
          <a:xfrm>
            <a:off x="4254460" y="4038600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1" name="Shape 29"/>
          <p:cNvSpPr/>
          <p:nvPr/>
        </p:nvSpPr>
        <p:spPr>
          <a:xfrm>
            <a:off x="4483060" y="42862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628912" y="4419600"/>
            <a:ext cx="457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3B82F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245061" y="4324350"/>
            <a:ext cx="1143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Create Web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Interface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483060" y="5048250"/>
            <a:ext cx="33051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an intuitive web application using Flask/Streamlit that allows users to input match parameters and receive instant predictions.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127921" y="4038600"/>
            <a:ext cx="3686175" cy="2438400"/>
          </a:xfrm>
          <a:custGeom>
            <a:avLst/>
            <a:gdLst/>
            <a:ahLst/>
            <a:cxnLst/>
            <a:rect l="l" t="t" r="r" b="b"/>
            <a:pathLst>
              <a:path w="3686175" h="24384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2286000"/>
                </a:lnTo>
                <a:cubicBezTo>
                  <a:pt x="3686175" y="2370112"/>
                  <a:pt x="3617887" y="2438400"/>
                  <a:pt x="3533775" y="2438400"/>
                </a:cubicBezTo>
                <a:lnTo>
                  <a:pt x="152400" y="2438400"/>
                </a:lnTo>
                <a:cubicBezTo>
                  <a:pt x="68288" y="2438400"/>
                  <a:pt x="0" y="2370112"/>
                  <a:pt x="0" y="2286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36" name="Shape 34"/>
          <p:cNvSpPr/>
          <p:nvPr/>
        </p:nvSpPr>
        <p:spPr>
          <a:xfrm>
            <a:off x="8127921" y="4038600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37" name="Shape 35"/>
          <p:cNvSpPr/>
          <p:nvPr/>
        </p:nvSpPr>
        <p:spPr>
          <a:xfrm>
            <a:off x="8356521" y="42862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97316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8502372" y="4419600"/>
            <a:ext cx="457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9731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118521" y="4324350"/>
            <a:ext cx="1028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Real-time</a:t>
            </a:r>
            <a:endParaRPr lang="en-US" sz="1600" dirty="0"/>
          </a:p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Prediction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356521" y="5048250"/>
            <a:ext cx="33051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Provide real-time score predictions based on current match conditions, enabling users to make informed decisions during live matches.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4757" y="474184"/>
            <a:ext cx="72951" cy="437708"/>
          </a:xfrm>
          <a:custGeom>
            <a:avLst/>
            <a:gdLst/>
            <a:ahLst/>
            <a:cxnLst/>
            <a:rect l="l" t="t" r="r" b="b"/>
            <a:pathLst>
              <a:path w="72951" h="437708">
                <a:moveTo>
                  <a:pt x="36476" y="0"/>
                </a:moveTo>
                <a:lnTo>
                  <a:pt x="36476" y="0"/>
                </a:lnTo>
                <a:cubicBezTo>
                  <a:pt x="56621" y="0"/>
                  <a:pt x="72951" y="16331"/>
                  <a:pt x="72951" y="36476"/>
                </a:cubicBezTo>
                <a:lnTo>
                  <a:pt x="72951" y="401233"/>
                </a:lnTo>
                <a:cubicBezTo>
                  <a:pt x="72951" y="421378"/>
                  <a:pt x="56621" y="437708"/>
                  <a:pt x="36476" y="437708"/>
                </a:cubicBezTo>
                <a:lnTo>
                  <a:pt x="36476" y="437708"/>
                </a:lnTo>
                <a:cubicBezTo>
                  <a:pt x="16331" y="437708"/>
                  <a:pt x="0" y="421378"/>
                  <a:pt x="0" y="401233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547135" y="364757"/>
            <a:ext cx="4085277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kern="0" spc="57" dirty="0">
                <a:solidFill>
                  <a:srgbClr val="F9731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04 / Tech Stack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7135" y="583611"/>
            <a:ext cx="4231180" cy="437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47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Technologies Used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2995" y="1313125"/>
            <a:ext cx="5599019" cy="2115590"/>
          </a:xfrm>
          <a:custGeom>
            <a:avLst/>
            <a:gdLst/>
            <a:ahLst/>
            <a:cxnLst/>
            <a:rect l="l" t="t" r="r" b="b"/>
            <a:pathLst>
              <a:path w="5599019" h="2115590">
                <a:moveTo>
                  <a:pt x="36476" y="0"/>
                </a:moveTo>
                <a:lnTo>
                  <a:pt x="5453106" y="0"/>
                </a:lnTo>
                <a:cubicBezTo>
                  <a:pt x="5533692" y="0"/>
                  <a:pt x="5599019" y="65327"/>
                  <a:pt x="5599019" y="145912"/>
                </a:cubicBezTo>
                <a:lnTo>
                  <a:pt x="5599019" y="1969678"/>
                </a:lnTo>
                <a:cubicBezTo>
                  <a:pt x="5599019" y="2050263"/>
                  <a:pt x="5533692" y="2115590"/>
                  <a:pt x="5453106" y="2115590"/>
                </a:cubicBezTo>
                <a:lnTo>
                  <a:pt x="36476" y="2115590"/>
                </a:lnTo>
                <a:cubicBezTo>
                  <a:pt x="16331" y="2115590"/>
                  <a:pt x="0" y="2099259"/>
                  <a:pt x="0" y="2079114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382995" y="1313125"/>
            <a:ext cx="36476" cy="2115590"/>
          </a:xfrm>
          <a:custGeom>
            <a:avLst/>
            <a:gdLst/>
            <a:ahLst/>
            <a:cxnLst/>
            <a:rect l="l" t="t" r="r" b="b"/>
            <a:pathLst>
              <a:path w="36476" h="2115590">
                <a:moveTo>
                  <a:pt x="36476" y="0"/>
                </a:moveTo>
                <a:lnTo>
                  <a:pt x="36476" y="0"/>
                </a:lnTo>
                <a:lnTo>
                  <a:pt x="36476" y="2115590"/>
                </a:lnTo>
                <a:lnTo>
                  <a:pt x="36476" y="2115590"/>
                </a:lnTo>
                <a:cubicBezTo>
                  <a:pt x="16331" y="2115590"/>
                  <a:pt x="0" y="2099259"/>
                  <a:pt x="0" y="2079114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620087" y="1531979"/>
            <a:ext cx="583611" cy="583611"/>
          </a:xfrm>
          <a:custGeom>
            <a:avLst/>
            <a:gdLst/>
            <a:ahLst/>
            <a:cxnLst/>
            <a:rect l="l" t="t" r="r" b="b"/>
            <a:pathLst>
              <a:path w="583611" h="583611">
                <a:moveTo>
                  <a:pt x="145903" y="0"/>
                </a:moveTo>
                <a:lnTo>
                  <a:pt x="437708" y="0"/>
                </a:lnTo>
                <a:cubicBezTo>
                  <a:pt x="518288" y="0"/>
                  <a:pt x="583611" y="65323"/>
                  <a:pt x="583611" y="145903"/>
                </a:cubicBezTo>
                <a:lnTo>
                  <a:pt x="583611" y="437708"/>
                </a:lnTo>
                <a:cubicBezTo>
                  <a:pt x="583611" y="518288"/>
                  <a:pt x="518288" y="583611"/>
                  <a:pt x="437708" y="583611"/>
                </a:cubicBezTo>
                <a:lnTo>
                  <a:pt x="145903" y="583611"/>
                </a:lnTo>
                <a:cubicBezTo>
                  <a:pt x="65323" y="583611"/>
                  <a:pt x="0" y="518288"/>
                  <a:pt x="0" y="437708"/>
                </a:cubicBezTo>
                <a:lnTo>
                  <a:pt x="0" y="145903"/>
                </a:lnTo>
                <a:cubicBezTo>
                  <a:pt x="0" y="65323"/>
                  <a:pt x="65323" y="0"/>
                  <a:pt x="145903" y="0"/>
                </a:cubicBezTo>
                <a:close/>
              </a:path>
            </a:pathLst>
          </a:custGeom>
          <a:solidFill>
            <a:srgbClr val="3B82F6"/>
          </a:soli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94486" y="1687001"/>
            <a:ext cx="239372" cy="273568"/>
          </a:xfrm>
          <a:custGeom>
            <a:avLst/>
            <a:gdLst/>
            <a:ahLst/>
            <a:cxnLst/>
            <a:rect l="l" t="t" r="r" b="b"/>
            <a:pathLst>
              <a:path w="239372" h="273568">
                <a:moveTo>
                  <a:pt x="234990" y="107130"/>
                </a:moveTo>
                <a:cubicBezTo>
                  <a:pt x="230876" y="90619"/>
                  <a:pt x="223075" y="78170"/>
                  <a:pt x="206458" y="78170"/>
                </a:cubicBezTo>
                <a:lnTo>
                  <a:pt x="185032" y="78170"/>
                </a:lnTo>
                <a:lnTo>
                  <a:pt x="185032" y="103496"/>
                </a:lnTo>
                <a:cubicBezTo>
                  <a:pt x="185032" y="123159"/>
                  <a:pt x="168362" y="139723"/>
                  <a:pt x="149340" y="139723"/>
                </a:cubicBezTo>
                <a:lnTo>
                  <a:pt x="92276" y="139723"/>
                </a:lnTo>
                <a:cubicBezTo>
                  <a:pt x="76674" y="139723"/>
                  <a:pt x="63743" y="153080"/>
                  <a:pt x="63743" y="168736"/>
                </a:cubicBezTo>
                <a:lnTo>
                  <a:pt x="63743" y="223129"/>
                </a:lnTo>
                <a:cubicBezTo>
                  <a:pt x="63743" y="238624"/>
                  <a:pt x="77208" y="247707"/>
                  <a:pt x="92276" y="252142"/>
                </a:cubicBezTo>
                <a:cubicBezTo>
                  <a:pt x="110335" y="257431"/>
                  <a:pt x="127701" y="258393"/>
                  <a:pt x="149340" y="252142"/>
                </a:cubicBezTo>
                <a:cubicBezTo>
                  <a:pt x="163713" y="247974"/>
                  <a:pt x="177872" y="239585"/>
                  <a:pt x="177872" y="223129"/>
                </a:cubicBezTo>
                <a:lnTo>
                  <a:pt x="177872" y="201382"/>
                </a:lnTo>
                <a:lnTo>
                  <a:pt x="120861" y="201382"/>
                </a:lnTo>
                <a:lnTo>
                  <a:pt x="120861" y="194116"/>
                </a:lnTo>
                <a:lnTo>
                  <a:pt x="206458" y="194116"/>
                </a:lnTo>
                <a:cubicBezTo>
                  <a:pt x="223075" y="194116"/>
                  <a:pt x="229220" y="182521"/>
                  <a:pt x="234990" y="165156"/>
                </a:cubicBezTo>
                <a:cubicBezTo>
                  <a:pt x="240975" y="147256"/>
                  <a:pt x="240708" y="130052"/>
                  <a:pt x="234990" y="107130"/>
                </a:cubicBezTo>
                <a:close/>
                <a:moveTo>
                  <a:pt x="152920" y="237608"/>
                </a:moveTo>
                <a:cubicBezTo>
                  <a:pt x="148853" y="237894"/>
                  <a:pt x="144968" y="235886"/>
                  <a:pt x="142848" y="232404"/>
                </a:cubicBezTo>
                <a:cubicBezTo>
                  <a:pt x="140727" y="228922"/>
                  <a:pt x="140727" y="224548"/>
                  <a:pt x="142848" y="221066"/>
                </a:cubicBezTo>
                <a:cubicBezTo>
                  <a:pt x="144968" y="217585"/>
                  <a:pt x="148853" y="215577"/>
                  <a:pt x="152920" y="215862"/>
                </a:cubicBezTo>
                <a:cubicBezTo>
                  <a:pt x="156987" y="215577"/>
                  <a:pt x="160872" y="217585"/>
                  <a:pt x="162993" y="221066"/>
                </a:cubicBezTo>
                <a:cubicBezTo>
                  <a:pt x="165113" y="224548"/>
                  <a:pt x="165113" y="228922"/>
                  <a:pt x="162993" y="232404"/>
                </a:cubicBezTo>
                <a:cubicBezTo>
                  <a:pt x="160872" y="235886"/>
                  <a:pt x="156987" y="237894"/>
                  <a:pt x="152920" y="237608"/>
                </a:cubicBezTo>
                <a:close/>
                <a:moveTo>
                  <a:pt x="89658" y="132563"/>
                </a:moveTo>
                <a:lnTo>
                  <a:pt x="146722" y="132563"/>
                </a:lnTo>
                <a:cubicBezTo>
                  <a:pt x="162591" y="132563"/>
                  <a:pt x="175254" y="119472"/>
                  <a:pt x="175254" y="103550"/>
                </a:cubicBezTo>
                <a:lnTo>
                  <a:pt x="175254" y="49103"/>
                </a:lnTo>
                <a:cubicBezTo>
                  <a:pt x="175254" y="33608"/>
                  <a:pt x="162217" y="22014"/>
                  <a:pt x="146722" y="19396"/>
                </a:cubicBezTo>
                <a:cubicBezTo>
                  <a:pt x="127594" y="16243"/>
                  <a:pt x="106809" y="16403"/>
                  <a:pt x="89658" y="19449"/>
                </a:cubicBezTo>
                <a:cubicBezTo>
                  <a:pt x="65507" y="23723"/>
                  <a:pt x="61125" y="32646"/>
                  <a:pt x="61125" y="49157"/>
                </a:cubicBezTo>
                <a:lnTo>
                  <a:pt x="61125" y="70903"/>
                </a:lnTo>
                <a:lnTo>
                  <a:pt x="118243" y="70903"/>
                </a:lnTo>
                <a:lnTo>
                  <a:pt x="118243" y="78170"/>
                </a:lnTo>
                <a:lnTo>
                  <a:pt x="39699" y="78170"/>
                </a:lnTo>
                <a:cubicBezTo>
                  <a:pt x="23082" y="78170"/>
                  <a:pt x="8549" y="88161"/>
                  <a:pt x="4007" y="107130"/>
                </a:cubicBezTo>
                <a:cubicBezTo>
                  <a:pt x="-1229" y="128876"/>
                  <a:pt x="-1443" y="142448"/>
                  <a:pt x="4007" y="165156"/>
                </a:cubicBezTo>
                <a:cubicBezTo>
                  <a:pt x="8068" y="182040"/>
                  <a:pt x="17739" y="194116"/>
                  <a:pt x="34356" y="194116"/>
                </a:cubicBezTo>
                <a:lnTo>
                  <a:pt x="53966" y="194116"/>
                </a:lnTo>
                <a:lnTo>
                  <a:pt x="53966" y="168041"/>
                </a:lnTo>
                <a:cubicBezTo>
                  <a:pt x="53966" y="149180"/>
                  <a:pt x="70262" y="132563"/>
                  <a:pt x="89658" y="132563"/>
                </a:cubicBezTo>
                <a:close/>
                <a:moveTo>
                  <a:pt x="86131" y="34570"/>
                </a:moveTo>
                <a:cubicBezTo>
                  <a:pt x="92147" y="34570"/>
                  <a:pt x="97031" y="39454"/>
                  <a:pt x="97031" y="45470"/>
                </a:cubicBezTo>
                <a:cubicBezTo>
                  <a:pt x="97031" y="51486"/>
                  <a:pt x="92147" y="56370"/>
                  <a:pt x="86131" y="56370"/>
                </a:cubicBezTo>
                <a:cubicBezTo>
                  <a:pt x="80115" y="56370"/>
                  <a:pt x="75231" y="51486"/>
                  <a:pt x="75231" y="45470"/>
                </a:cubicBezTo>
                <a:cubicBezTo>
                  <a:pt x="75231" y="39454"/>
                  <a:pt x="80115" y="34570"/>
                  <a:pt x="86131" y="34570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1349601" y="1659644"/>
            <a:ext cx="3282812" cy="328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54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Programming Language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0087" y="2297969"/>
            <a:ext cx="5143073" cy="911892"/>
          </a:xfrm>
          <a:custGeom>
            <a:avLst/>
            <a:gdLst/>
            <a:ahLst/>
            <a:cxnLst/>
            <a:rect l="l" t="t" r="r" b="b"/>
            <a:pathLst>
              <a:path w="5143073" h="911892">
                <a:moveTo>
                  <a:pt x="109427" y="0"/>
                </a:moveTo>
                <a:lnTo>
                  <a:pt x="5033645" y="0"/>
                </a:lnTo>
                <a:cubicBezTo>
                  <a:pt x="5094080" y="0"/>
                  <a:pt x="5143073" y="48992"/>
                  <a:pt x="5143073" y="109427"/>
                </a:cubicBezTo>
                <a:lnTo>
                  <a:pt x="5143073" y="802465"/>
                </a:lnTo>
                <a:cubicBezTo>
                  <a:pt x="5143073" y="862900"/>
                  <a:pt x="5094080" y="911892"/>
                  <a:pt x="5033645" y="911892"/>
                </a:cubicBezTo>
                <a:lnTo>
                  <a:pt x="109427" y="911892"/>
                </a:lnTo>
                <a:cubicBezTo>
                  <a:pt x="49033" y="911892"/>
                  <a:pt x="0" y="862860"/>
                  <a:pt x="0" y="802465"/>
                </a:cubicBezTo>
                <a:lnTo>
                  <a:pt x="0" y="109427"/>
                </a:lnTo>
                <a:cubicBezTo>
                  <a:pt x="0" y="48992"/>
                  <a:pt x="48992" y="0"/>
                  <a:pt x="109427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1" name="Shape 9"/>
          <p:cNvSpPr/>
          <p:nvPr/>
        </p:nvSpPr>
        <p:spPr>
          <a:xfrm>
            <a:off x="864018" y="2589661"/>
            <a:ext cx="287246" cy="328281"/>
          </a:xfrm>
          <a:custGeom>
            <a:avLst/>
            <a:gdLst/>
            <a:ahLst/>
            <a:cxnLst/>
            <a:rect l="l" t="t" r="r" b="b"/>
            <a:pathLst>
              <a:path w="287246" h="328281">
                <a:moveTo>
                  <a:pt x="281988" y="128555"/>
                </a:moveTo>
                <a:cubicBezTo>
                  <a:pt x="277051" y="108743"/>
                  <a:pt x="267690" y="93804"/>
                  <a:pt x="247750" y="93804"/>
                </a:cubicBezTo>
                <a:lnTo>
                  <a:pt x="222039" y="93804"/>
                </a:lnTo>
                <a:lnTo>
                  <a:pt x="222039" y="124195"/>
                </a:lnTo>
                <a:cubicBezTo>
                  <a:pt x="222039" y="147791"/>
                  <a:pt x="202034" y="167667"/>
                  <a:pt x="179208" y="167667"/>
                </a:cubicBezTo>
                <a:lnTo>
                  <a:pt x="110731" y="167667"/>
                </a:lnTo>
                <a:cubicBezTo>
                  <a:pt x="92009" y="167667"/>
                  <a:pt x="76492" y="183696"/>
                  <a:pt x="76492" y="202483"/>
                </a:cubicBezTo>
                <a:lnTo>
                  <a:pt x="76492" y="267754"/>
                </a:lnTo>
                <a:cubicBezTo>
                  <a:pt x="76492" y="286348"/>
                  <a:pt x="92650" y="297248"/>
                  <a:pt x="110731" y="302570"/>
                </a:cubicBezTo>
                <a:cubicBezTo>
                  <a:pt x="132402" y="308918"/>
                  <a:pt x="153241" y="310072"/>
                  <a:pt x="179208" y="302570"/>
                </a:cubicBezTo>
                <a:cubicBezTo>
                  <a:pt x="196456" y="297569"/>
                  <a:pt x="213447" y="287503"/>
                  <a:pt x="213447" y="267754"/>
                </a:cubicBezTo>
                <a:lnTo>
                  <a:pt x="213447" y="241659"/>
                </a:lnTo>
                <a:lnTo>
                  <a:pt x="145034" y="241659"/>
                </a:lnTo>
                <a:lnTo>
                  <a:pt x="145034" y="232939"/>
                </a:lnTo>
                <a:lnTo>
                  <a:pt x="247750" y="232939"/>
                </a:lnTo>
                <a:cubicBezTo>
                  <a:pt x="267690" y="232939"/>
                  <a:pt x="275064" y="219025"/>
                  <a:pt x="281988" y="198187"/>
                </a:cubicBezTo>
                <a:cubicBezTo>
                  <a:pt x="289170" y="176708"/>
                  <a:pt x="288849" y="156062"/>
                  <a:pt x="281988" y="128555"/>
                </a:cubicBezTo>
                <a:close/>
                <a:moveTo>
                  <a:pt x="183504" y="285130"/>
                </a:moveTo>
                <a:cubicBezTo>
                  <a:pt x="178624" y="285472"/>
                  <a:pt x="173961" y="283063"/>
                  <a:pt x="171417" y="278885"/>
                </a:cubicBezTo>
                <a:cubicBezTo>
                  <a:pt x="168873" y="274707"/>
                  <a:pt x="168873" y="269458"/>
                  <a:pt x="171417" y="265280"/>
                </a:cubicBezTo>
                <a:cubicBezTo>
                  <a:pt x="173961" y="261101"/>
                  <a:pt x="178624" y="258692"/>
                  <a:pt x="183504" y="259034"/>
                </a:cubicBezTo>
                <a:cubicBezTo>
                  <a:pt x="188384" y="258692"/>
                  <a:pt x="193047" y="261101"/>
                  <a:pt x="195591" y="265280"/>
                </a:cubicBezTo>
                <a:cubicBezTo>
                  <a:pt x="198135" y="269458"/>
                  <a:pt x="198135" y="274707"/>
                  <a:pt x="195591" y="278885"/>
                </a:cubicBezTo>
                <a:cubicBezTo>
                  <a:pt x="193047" y="283063"/>
                  <a:pt x="188384" y="285472"/>
                  <a:pt x="183504" y="285130"/>
                </a:cubicBezTo>
                <a:close/>
                <a:moveTo>
                  <a:pt x="107589" y="159075"/>
                </a:moveTo>
                <a:lnTo>
                  <a:pt x="176066" y="159075"/>
                </a:lnTo>
                <a:cubicBezTo>
                  <a:pt x="195109" y="159075"/>
                  <a:pt x="210305" y="143367"/>
                  <a:pt x="210305" y="124260"/>
                </a:cubicBezTo>
                <a:lnTo>
                  <a:pt x="210305" y="58924"/>
                </a:lnTo>
                <a:cubicBezTo>
                  <a:pt x="210305" y="40330"/>
                  <a:pt x="194661" y="26416"/>
                  <a:pt x="176066" y="23275"/>
                </a:cubicBezTo>
                <a:cubicBezTo>
                  <a:pt x="153112" y="19492"/>
                  <a:pt x="128171" y="19684"/>
                  <a:pt x="107589" y="23339"/>
                </a:cubicBezTo>
                <a:cubicBezTo>
                  <a:pt x="78608" y="28468"/>
                  <a:pt x="73350" y="39176"/>
                  <a:pt x="73350" y="58988"/>
                </a:cubicBezTo>
                <a:lnTo>
                  <a:pt x="73350" y="85084"/>
                </a:lnTo>
                <a:lnTo>
                  <a:pt x="141892" y="85084"/>
                </a:lnTo>
                <a:lnTo>
                  <a:pt x="141892" y="93804"/>
                </a:lnTo>
                <a:lnTo>
                  <a:pt x="47639" y="93804"/>
                </a:lnTo>
                <a:cubicBezTo>
                  <a:pt x="27699" y="93804"/>
                  <a:pt x="10259" y="105794"/>
                  <a:pt x="4809" y="128555"/>
                </a:cubicBezTo>
                <a:cubicBezTo>
                  <a:pt x="-1475" y="154651"/>
                  <a:pt x="-1731" y="170937"/>
                  <a:pt x="4809" y="198187"/>
                </a:cubicBezTo>
                <a:cubicBezTo>
                  <a:pt x="9682" y="218448"/>
                  <a:pt x="21287" y="232939"/>
                  <a:pt x="41228" y="232939"/>
                </a:cubicBezTo>
                <a:lnTo>
                  <a:pt x="64759" y="232939"/>
                </a:lnTo>
                <a:lnTo>
                  <a:pt x="64759" y="201649"/>
                </a:lnTo>
                <a:cubicBezTo>
                  <a:pt x="64759" y="179016"/>
                  <a:pt x="84314" y="159075"/>
                  <a:pt x="107589" y="159075"/>
                </a:cubicBezTo>
                <a:close/>
                <a:moveTo>
                  <a:pt x="103357" y="41484"/>
                </a:moveTo>
                <a:cubicBezTo>
                  <a:pt x="110576" y="41484"/>
                  <a:pt x="116437" y="47345"/>
                  <a:pt x="116437" y="54564"/>
                </a:cubicBezTo>
                <a:cubicBezTo>
                  <a:pt x="116437" y="61783"/>
                  <a:pt x="110576" y="67644"/>
                  <a:pt x="103357" y="67644"/>
                </a:cubicBezTo>
                <a:cubicBezTo>
                  <a:pt x="96138" y="67644"/>
                  <a:pt x="90277" y="61783"/>
                  <a:pt x="90277" y="54564"/>
                </a:cubicBezTo>
                <a:cubicBezTo>
                  <a:pt x="90277" y="47345"/>
                  <a:pt x="96138" y="41484"/>
                  <a:pt x="103357" y="41484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1358720" y="2480347"/>
            <a:ext cx="3939375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3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Python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58720" y="2808515"/>
            <a:ext cx="3902899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 development language for ML and data processing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2995" y="3610980"/>
            <a:ext cx="5599019" cy="1933212"/>
          </a:xfrm>
          <a:custGeom>
            <a:avLst/>
            <a:gdLst/>
            <a:ahLst/>
            <a:cxnLst/>
            <a:rect l="l" t="t" r="r" b="b"/>
            <a:pathLst>
              <a:path w="5599019" h="1933212">
                <a:moveTo>
                  <a:pt x="36476" y="0"/>
                </a:moveTo>
                <a:lnTo>
                  <a:pt x="5453119" y="0"/>
                </a:lnTo>
                <a:cubicBezTo>
                  <a:pt x="5533643" y="0"/>
                  <a:pt x="5599019" y="65375"/>
                  <a:pt x="5599019" y="145899"/>
                </a:cubicBezTo>
                <a:lnTo>
                  <a:pt x="5599019" y="1787312"/>
                </a:lnTo>
                <a:cubicBezTo>
                  <a:pt x="5599019" y="1867890"/>
                  <a:pt x="5533697" y="1933212"/>
                  <a:pt x="5453119" y="1933212"/>
                </a:cubicBezTo>
                <a:lnTo>
                  <a:pt x="36476" y="1933212"/>
                </a:lnTo>
                <a:cubicBezTo>
                  <a:pt x="16331" y="1933212"/>
                  <a:pt x="0" y="1916881"/>
                  <a:pt x="0" y="1896736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382995" y="3610980"/>
            <a:ext cx="36476" cy="1933212"/>
          </a:xfrm>
          <a:custGeom>
            <a:avLst/>
            <a:gdLst/>
            <a:ahLst/>
            <a:cxnLst/>
            <a:rect l="l" t="t" r="r" b="b"/>
            <a:pathLst>
              <a:path w="36476" h="1933212">
                <a:moveTo>
                  <a:pt x="36476" y="0"/>
                </a:moveTo>
                <a:lnTo>
                  <a:pt x="36476" y="0"/>
                </a:lnTo>
                <a:lnTo>
                  <a:pt x="36476" y="1933212"/>
                </a:lnTo>
                <a:lnTo>
                  <a:pt x="36476" y="1933212"/>
                </a:lnTo>
                <a:cubicBezTo>
                  <a:pt x="16331" y="1933212"/>
                  <a:pt x="0" y="1916881"/>
                  <a:pt x="0" y="1896736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16" name="Shape 14"/>
          <p:cNvSpPr/>
          <p:nvPr/>
        </p:nvSpPr>
        <p:spPr>
          <a:xfrm>
            <a:off x="620087" y="3829834"/>
            <a:ext cx="583611" cy="583611"/>
          </a:xfrm>
          <a:custGeom>
            <a:avLst/>
            <a:gdLst/>
            <a:ahLst/>
            <a:cxnLst/>
            <a:rect l="l" t="t" r="r" b="b"/>
            <a:pathLst>
              <a:path w="583611" h="583611">
                <a:moveTo>
                  <a:pt x="145903" y="0"/>
                </a:moveTo>
                <a:lnTo>
                  <a:pt x="437708" y="0"/>
                </a:lnTo>
                <a:cubicBezTo>
                  <a:pt x="518288" y="0"/>
                  <a:pt x="583611" y="65323"/>
                  <a:pt x="583611" y="145903"/>
                </a:cubicBezTo>
                <a:lnTo>
                  <a:pt x="583611" y="437708"/>
                </a:lnTo>
                <a:cubicBezTo>
                  <a:pt x="583611" y="518288"/>
                  <a:pt x="518288" y="583611"/>
                  <a:pt x="437708" y="583611"/>
                </a:cubicBezTo>
                <a:lnTo>
                  <a:pt x="145903" y="583611"/>
                </a:lnTo>
                <a:cubicBezTo>
                  <a:pt x="65323" y="583611"/>
                  <a:pt x="0" y="518288"/>
                  <a:pt x="0" y="437708"/>
                </a:cubicBezTo>
                <a:lnTo>
                  <a:pt x="0" y="145903"/>
                </a:lnTo>
                <a:cubicBezTo>
                  <a:pt x="0" y="65323"/>
                  <a:pt x="65323" y="0"/>
                  <a:pt x="145903" y="0"/>
                </a:cubicBezTo>
                <a:close/>
              </a:path>
            </a:pathLst>
          </a:custGeom>
          <a:solidFill>
            <a:srgbClr val="F97316"/>
          </a:soli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0290" y="3984856"/>
            <a:ext cx="307764" cy="273568"/>
          </a:xfrm>
          <a:custGeom>
            <a:avLst/>
            <a:gdLst/>
            <a:ahLst/>
            <a:cxnLst/>
            <a:rect l="l" t="t" r="r" b="b"/>
            <a:pathLst>
              <a:path w="307764" h="273568">
                <a:moveTo>
                  <a:pt x="192780" y="641"/>
                </a:moveTo>
                <a:cubicBezTo>
                  <a:pt x="183696" y="-1977"/>
                  <a:pt x="174239" y="3313"/>
                  <a:pt x="171621" y="12396"/>
                </a:cubicBezTo>
                <a:lnTo>
                  <a:pt x="103229" y="251768"/>
                </a:lnTo>
                <a:cubicBezTo>
                  <a:pt x="100611" y="260851"/>
                  <a:pt x="105901" y="270308"/>
                  <a:pt x="114984" y="272927"/>
                </a:cubicBezTo>
                <a:cubicBezTo>
                  <a:pt x="124067" y="275545"/>
                  <a:pt x="133525" y="270255"/>
                  <a:pt x="136143" y="261172"/>
                </a:cubicBezTo>
                <a:lnTo>
                  <a:pt x="204535" y="21800"/>
                </a:lnTo>
                <a:cubicBezTo>
                  <a:pt x="207153" y="12717"/>
                  <a:pt x="201863" y="3259"/>
                  <a:pt x="192780" y="641"/>
                </a:cubicBezTo>
                <a:close/>
                <a:moveTo>
                  <a:pt x="227296" y="73361"/>
                </a:moveTo>
                <a:cubicBezTo>
                  <a:pt x="220617" y="80040"/>
                  <a:pt x="220617" y="90886"/>
                  <a:pt x="227296" y="97565"/>
                </a:cubicBezTo>
                <a:lnTo>
                  <a:pt x="266515" y="136784"/>
                </a:lnTo>
                <a:lnTo>
                  <a:pt x="227296" y="176002"/>
                </a:lnTo>
                <a:cubicBezTo>
                  <a:pt x="220617" y="182681"/>
                  <a:pt x="220617" y="193528"/>
                  <a:pt x="227296" y="200207"/>
                </a:cubicBezTo>
                <a:cubicBezTo>
                  <a:pt x="233975" y="206886"/>
                  <a:pt x="244822" y="206886"/>
                  <a:pt x="251501" y="200207"/>
                </a:cubicBezTo>
                <a:lnTo>
                  <a:pt x="302795" y="148913"/>
                </a:lnTo>
                <a:cubicBezTo>
                  <a:pt x="309473" y="142234"/>
                  <a:pt x="309473" y="131387"/>
                  <a:pt x="302795" y="124708"/>
                </a:cubicBezTo>
                <a:lnTo>
                  <a:pt x="251501" y="73414"/>
                </a:lnTo>
                <a:cubicBezTo>
                  <a:pt x="244822" y="66736"/>
                  <a:pt x="233975" y="66736"/>
                  <a:pt x="227296" y="73414"/>
                </a:cubicBezTo>
                <a:close/>
                <a:moveTo>
                  <a:pt x="80521" y="73361"/>
                </a:moveTo>
                <a:cubicBezTo>
                  <a:pt x="73842" y="66682"/>
                  <a:pt x="62995" y="66682"/>
                  <a:pt x="56316" y="73361"/>
                </a:cubicBezTo>
                <a:lnTo>
                  <a:pt x="5023" y="124655"/>
                </a:lnTo>
                <a:cubicBezTo>
                  <a:pt x="-1656" y="131334"/>
                  <a:pt x="-1656" y="142180"/>
                  <a:pt x="5023" y="148859"/>
                </a:cubicBezTo>
                <a:lnTo>
                  <a:pt x="56316" y="200153"/>
                </a:lnTo>
                <a:cubicBezTo>
                  <a:pt x="62995" y="206832"/>
                  <a:pt x="73842" y="206832"/>
                  <a:pt x="80521" y="200153"/>
                </a:cubicBezTo>
                <a:cubicBezTo>
                  <a:pt x="87200" y="193474"/>
                  <a:pt x="87200" y="182628"/>
                  <a:pt x="80521" y="175949"/>
                </a:cubicBezTo>
                <a:lnTo>
                  <a:pt x="41302" y="136784"/>
                </a:lnTo>
                <a:lnTo>
                  <a:pt x="80467" y="97565"/>
                </a:lnTo>
                <a:cubicBezTo>
                  <a:pt x="87146" y="90886"/>
                  <a:pt x="87146" y="80040"/>
                  <a:pt x="80467" y="73361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18" name="Text 16"/>
          <p:cNvSpPr/>
          <p:nvPr/>
        </p:nvSpPr>
        <p:spPr>
          <a:xfrm>
            <a:off x="1349601" y="3957499"/>
            <a:ext cx="2662726" cy="328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54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Development Tools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0087" y="4595824"/>
            <a:ext cx="2498585" cy="729514"/>
          </a:xfrm>
          <a:custGeom>
            <a:avLst/>
            <a:gdLst/>
            <a:ahLst/>
            <a:cxnLst/>
            <a:rect l="l" t="t" r="r" b="b"/>
            <a:pathLst>
              <a:path w="2498585" h="729514">
                <a:moveTo>
                  <a:pt x="109427" y="0"/>
                </a:moveTo>
                <a:lnTo>
                  <a:pt x="2389158" y="0"/>
                </a:lnTo>
                <a:cubicBezTo>
                  <a:pt x="2449593" y="0"/>
                  <a:pt x="2498585" y="48992"/>
                  <a:pt x="2498585" y="109427"/>
                </a:cubicBezTo>
                <a:lnTo>
                  <a:pt x="2498585" y="620087"/>
                </a:lnTo>
                <a:cubicBezTo>
                  <a:pt x="2498585" y="680522"/>
                  <a:pt x="2449593" y="729514"/>
                  <a:pt x="2389158" y="729514"/>
                </a:cubicBezTo>
                <a:lnTo>
                  <a:pt x="109427" y="729514"/>
                </a:lnTo>
                <a:cubicBezTo>
                  <a:pt x="49033" y="729514"/>
                  <a:pt x="0" y="680481"/>
                  <a:pt x="0" y="620087"/>
                </a:cubicBezTo>
                <a:lnTo>
                  <a:pt x="0" y="109427"/>
                </a:lnTo>
                <a:cubicBezTo>
                  <a:pt x="0" y="48992"/>
                  <a:pt x="48992" y="0"/>
                  <a:pt x="109427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0" name="Shape 18"/>
          <p:cNvSpPr/>
          <p:nvPr/>
        </p:nvSpPr>
        <p:spPr>
          <a:xfrm>
            <a:off x="807025" y="4851153"/>
            <a:ext cx="191497" cy="218854"/>
          </a:xfrm>
          <a:custGeom>
            <a:avLst/>
            <a:gdLst/>
            <a:ahLst/>
            <a:cxnLst/>
            <a:rect l="l" t="t" r="r" b="b"/>
            <a:pathLst>
              <a:path w="191497" h="218854">
                <a:moveTo>
                  <a:pt x="164141" y="218854"/>
                </a:moveTo>
                <a:lnTo>
                  <a:pt x="41035" y="218854"/>
                </a:lnTo>
                <a:cubicBezTo>
                  <a:pt x="18380" y="218854"/>
                  <a:pt x="0" y="200474"/>
                  <a:pt x="0" y="177819"/>
                </a:cubicBezTo>
                <a:lnTo>
                  <a:pt x="0" y="41035"/>
                </a:lnTo>
                <a:cubicBezTo>
                  <a:pt x="0" y="18380"/>
                  <a:pt x="18380" y="0"/>
                  <a:pt x="41035" y="0"/>
                </a:cubicBezTo>
                <a:lnTo>
                  <a:pt x="170980" y="0"/>
                </a:lnTo>
                <a:cubicBezTo>
                  <a:pt x="182307" y="0"/>
                  <a:pt x="191497" y="9190"/>
                  <a:pt x="191497" y="20518"/>
                </a:cubicBezTo>
                <a:lnTo>
                  <a:pt x="191497" y="143623"/>
                </a:lnTo>
                <a:cubicBezTo>
                  <a:pt x="191497" y="152557"/>
                  <a:pt x="185770" y="160165"/>
                  <a:pt x="177819" y="162986"/>
                </a:cubicBezTo>
                <a:lnTo>
                  <a:pt x="177819" y="191497"/>
                </a:lnTo>
                <a:cubicBezTo>
                  <a:pt x="185385" y="191497"/>
                  <a:pt x="191497" y="197610"/>
                  <a:pt x="191497" y="205176"/>
                </a:cubicBezTo>
                <a:cubicBezTo>
                  <a:pt x="191497" y="212742"/>
                  <a:pt x="185385" y="218854"/>
                  <a:pt x="177819" y="218854"/>
                </a:cubicBezTo>
                <a:lnTo>
                  <a:pt x="164141" y="218854"/>
                </a:lnTo>
                <a:close/>
                <a:moveTo>
                  <a:pt x="41035" y="164141"/>
                </a:moveTo>
                <a:cubicBezTo>
                  <a:pt x="33469" y="164141"/>
                  <a:pt x="27357" y="170253"/>
                  <a:pt x="27357" y="177819"/>
                </a:cubicBezTo>
                <a:cubicBezTo>
                  <a:pt x="27357" y="185385"/>
                  <a:pt x="33469" y="191497"/>
                  <a:pt x="41035" y="191497"/>
                </a:cubicBezTo>
                <a:lnTo>
                  <a:pt x="150462" y="191497"/>
                </a:lnTo>
                <a:lnTo>
                  <a:pt x="150462" y="164141"/>
                </a:lnTo>
                <a:lnTo>
                  <a:pt x="41035" y="164141"/>
                </a:lnTo>
                <a:close/>
                <a:moveTo>
                  <a:pt x="54714" y="64972"/>
                </a:moveTo>
                <a:cubicBezTo>
                  <a:pt x="54714" y="70657"/>
                  <a:pt x="59287" y="75231"/>
                  <a:pt x="64972" y="75231"/>
                </a:cubicBezTo>
                <a:lnTo>
                  <a:pt x="140203" y="75231"/>
                </a:lnTo>
                <a:cubicBezTo>
                  <a:pt x="145889" y="75231"/>
                  <a:pt x="150462" y="70657"/>
                  <a:pt x="150462" y="64972"/>
                </a:cubicBezTo>
                <a:cubicBezTo>
                  <a:pt x="150462" y="59287"/>
                  <a:pt x="145889" y="54714"/>
                  <a:pt x="140203" y="54714"/>
                </a:cubicBezTo>
                <a:lnTo>
                  <a:pt x="64972" y="54714"/>
                </a:lnTo>
                <a:cubicBezTo>
                  <a:pt x="59287" y="54714"/>
                  <a:pt x="54714" y="59287"/>
                  <a:pt x="54714" y="64972"/>
                </a:cubicBezTo>
                <a:close/>
                <a:moveTo>
                  <a:pt x="64972" y="95749"/>
                </a:moveTo>
                <a:cubicBezTo>
                  <a:pt x="59287" y="95749"/>
                  <a:pt x="54714" y="100322"/>
                  <a:pt x="54714" y="106007"/>
                </a:cubicBezTo>
                <a:cubicBezTo>
                  <a:pt x="54714" y="111693"/>
                  <a:pt x="59287" y="116266"/>
                  <a:pt x="64972" y="116266"/>
                </a:cubicBezTo>
                <a:lnTo>
                  <a:pt x="140203" y="116266"/>
                </a:lnTo>
                <a:cubicBezTo>
                  <a:pt x="145889" y="116266"/>
                  <a:pt x="150462" y="111693"/>
                  <a:pt x="150462" y="106007"/>
                </a:cubicBezTo>
                <a:cubicBezTo>
                  <a:pt x="150462" y="100322"/>
                  <a:pt x="145889" y="95749"/>
                  <a:pt x="140203" y="95749"/>
                </a:cubicBezTo>
                <a:lnTo>
                  <a:pt x="64972" y="95749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1148984" y="4741726"/>
            <a:ext cx="674800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2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Jupyter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48984" y="4997056"/>
            <a:ext cx="656562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F8FAFC">
                    <a:alpha val="6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Notebook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266512" y="4595824"/>
            <a:ext cx="2498585" cy="729514"/>
          </a:xfrm>
          <a:custGeom>
            <a:avLst/>
            <a:gdLst/>
            <a:ahLst/>
            <a:cxnLst/>
            <a:rect l="l" t="t" r="r" b="b"/>
            <a:pathLst>
              <a:path w="2498585" h="729514">
                <a:moveTo>
                  <a:pt x="109427" y="0"/>
                </a:moveTo>
                <a:lnTo>
                  <a:pt x="2389158" y="0"/>
                </a:lnTo>
                <a:cubicBezTo>
                  <a:pt x="2449593" y="0"/>
                  <a:pt x="2498585" y="48992"/>
                  <a:pt x="2498585" y="109427"/>
                </a:cubicBezTo>
                <a:lnTo>
                  <a:pt x="2498585" y="620087"/>
                </a:lnTo>
                <a:cubicBezTo>
                  <a:pt x="2498585" y="680522"/>
                  <a:pt x="2449593" y="729514"/>
                  <a:pt x="2389158" y="729514"/>
                </a:cubicBezTo>
                <a:lnTo>
                  <a:pt x="109427" y="729514"/>
                </a:lnTo>
                <a:cubicBezTo>
                  <a:pt x="49033" y="729514"/>
                  <a:pt x="0" y="680481"/>
                  <a:pt x="0" y="620087"/>
                </a:cubicBezTo>
                <a:lnTo>
                  <a:pt x="0" y="109427"/>
                </a:lnTo>
                <a:cubicBezTo>
                  <a:pt x="0" y="48992"/>
                  <a:pt x="48992" y="0"/>
                  <a:pt x="109427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4" name="Shape 22"/>
          <p:cNvSpPr/>
          <p:nvPr/>
        </p:nvSpPr>
        <p:spPr>
          <a:xfrm>
            <a:off x="3412415" y="4851153"/>
            <a:ext cx="273568" cy="218854"/>
          </a:xfrm>
          <a:custGeom>
            <a:avLst/>
            <a:gdLst/>
            <a:ahLst/>
            <a:cxnLst/>
            <a:rect l="l" t="t" r="r" b="b"/>
            <a:pathLst>
              <a:path w="273568" h="218854">
                <a:moveTo>
                  <a:pt x="27357" y="41035"/>
                </a:moveTo>
                <a:cubicBezTo>
                  <a:pt x="27357" y="25946"/>
                  <a:pt x="39625" y="13678"/>
                  <a:pt x="54714" y="13678"/>
                </a:cubicBezTo>
                <a:lnTo>
                  <a:pt x="218854" y="13678"/>
                </a:lnTo>
                <a:cubicBezTo>
                  <a:pt x="233943" y="13678"/>
                  <a:pt x="246211" y="25946"/>
                  <a:pt x="246211" y="41035"/>
                </a:cubicBezTo>
                <a:lnTo>
                  <a:pt x="246211" y="143623"/>
                </a:lnTo>
                <a:lnTo>
                  <a:pt x="218854" y="143623"/>
                </a:lnTo>
                <a:lnTo>
                  <a:pt x="218854" y="41035"/>
                </a:lnTo>
                <a:lnTo>
                  <a:pt x="54714" y="41035"/>
                </a:lnTo>
                <a:lnTo>
                  <a:pt x="54714" y="143623"/>
                </a:lnTo>
                <a:lnTo>
                  <a:pt x="27357" y="143623"/>
                </a:lnTo>
                <a:lnTo>
                  <a:pt x="27357" y="41035"/>
                </a:lnTo>
                <a:close/>
                <a:moveTo>
                  <a:pt x="0" y="172348"/>
                </a:moveTo>
                <a:cubicBezTo>
                  <a:pt x="0" y="167817"/>
                  <a:pt x="3676" y="164141"/>
                  <a:pt x="8207" y="164141"/>
                </a:cubicBezTo>
                <a:lnTo>
                  <a:pt x="265361" y="164141"/>
                </a:lnTo>
                <a:cubicBezTo>
                  <a:pt x="269892" y="164141"/>
                  <a:pt x="273568" y="167817"/>
                  <a:pt x="273568" y="172348"/>
                </a:cubicBezTo>
                <a:cubicBezTo>
                  <a:pt x="273568" y="190472"/>
                  <a:pt x="258863" y="205176"/>
                  <a:pt x="240740" y="205176"/>
                </a:cubicBezTo>
                <a:lnTo>
                  <a:pt x="32828" y="205176"/>
                </a:lnTo>
                <a:cubicBezTo>
                  <a:pt x="14704" y="205176"/>
                  <a:pt x="0" y="190472"/>
                  <a:pt x="0" y="172348"/>
                </a:cubicBezTo>
                <a:close/>
                <a:moveTo>
                  <a:pt x="120113" y="89337"/>
                </a:moveTo>
                <a:lnTo>
                  <a:pt x="106862" y="102588"/>
                </a:lnTo>
                <a:lnTo>
                  <a:pt x="120113" y="115839"/>
                </a:lnTo>
                <a:cubicBezTo>
                  <a:pt x="124131" y="119857"/>
                  <a:pt x="124131" y="126354"/>
                  <a:pt x="120113" y="130329"/>
                </a:cubicBezTo>
                <a:cubicBezTo>
                  <a:pt x="116095" y="134305"/>
                  <a:pt x="109598" y="134347"/>
                  <a:pt x="105623" y="130329"/>
                </a:cubicBezTo>
                <a:lnTo>
                  <a:pt x="85105" y="109812"/>
                </a:lnTo>
                <a:cubicBezTo>
                  <a:pt x="81087" y="105794"/>
                  <a:pt x="81087" y="99297"/>
                  <a:pt x="85105" y="95321"/>
                </a:cubicBezTo>
                <a:lnTo>
                  <a:pt x="105623" y="74804"/>
                </a:lnTo>
                <a:cubicBezTo>
                  <a:pt x="109641" y="70786"/>
                  <a:pt x="116138" y="70786"/>
                  <a:pt x="120113" y="74804"/>
                </a:cubicBezTo>
                <a:cubicBezTo>
                  <a:pt x="124089" y="78822"/>
                  <a:pt x="124131" y="85319"/>
                  <a:pt x="120113" y="89294"/>
                </a:cubicBezTo>
                <a:close/>
                <a:moveTo>
                  <a:pt x="167988" y="74804"/>
                </a:moveTo>
                <a:lnTo>
                  <a:pt x="188505" y="95321"/>
                </a:lnTo>
                <a:cubicBezTo>
                  <a:pt x="192523" y="99339"/>
                  <a:pt x="192523" y="105836"/>
                  <a:pt x="188505" y="109812"/>
                </a:cubicBezTo>
                <a:lnTo>
                  <a:pt x="167988" y="130329"/>
                </a:lnTo>
                <a:cubicBezTo>
                  <a:pt x="163970" y="134347"/>
                  <a:pt x="157472" y="134347"/>
                  <a:pt x="153497" y="130329"/>
                </a:cubicBezTo>
                <a:cubicBezTo>
                  <a:pt x="149522" y="126311"/>
                  <a:pt x="149479" y="119814"/>
                  <a:pt x="153497" y="115839"/>
                </a:cubicBezTo>
                <a:lnTo>
                  <a:pt x="166748" y="102588"/>
                </a:lnTo>
                <a:lnTo>
                  <a:pt x="153497" y="89337"/>
                </a:lnTo>
                <a:cubicBezTo>
                  <a:pt x="149479" y="85319"/>
                  <a:pt x="149479" y="78822"/>
                  <a:pt x="153497" y="74846"/>
                </a:cubicBezTo>
                <a:cubicBezTo>
                  <a:pt x="157515" y="70871"/>
                  <a:pt x="164012" y="70828"/>
                  <a:pt x="167988" y="74846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3795410" y="4741726"/>
            <a:ext cx="756871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2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VS Code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795410" y="4997056"/>
            <a:ext cx="738633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F8FAFC">
                    <a:alpha val="6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Editor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223095" y="1313125"/>
            <a:ext cx="5599019" cy="3392239"/>
          </a:xfrm>
          <a:custGeom>
            <a:avLst/>
            <a:gdLst/>
            <a:ahLst/>
            <a:cxnLst/>
            <a:rect l="l" t="t" r="r" b="b"/>
            <a:pathLst>
              <a:path w="5599019" h="3392239">
                <a:moveTo>
                  <a:pt x="36476" y="0"/>
                </a:moveTo>
                <a:lnTo>
                  <a:pt x="5453118" y="0"/>
                </a:lnTo>
                <a:cubicBezTo>
                  <a:pt x="5533697" y="0"/>
                  <a:pt x="5599019" y="65322"/>
                  <a:pt x="5599019" y="145900"/>
                </a:cubicBezTo>
                <a:lnTo>
                  <a:pt x="5599019" y="3246339"/>
                </a:lnTo>
                <a:cubicBezTo>
                  <a:pt x="5599019" y="3326918"/>
                  <a:pt x="5533697" y="3392239"/>
                  <a:pt x="5453118" y="3392239"/>
                </a:cubicBezTo>
                <a:lnTo>
                  <a:pt x="36476" y="3392239"/>
                </a:lnTo>
                <a:cubicBezTo>
                  <a:pt x="16331" y="3392239"/>
                  <a:pt x="0" y="3375909"/>
                  <a:pt x="0" y="3355764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28" name="Shape 26"/>
          <p:cNvSpPr/>
          <p:nvPr/>
        </p:nvSpPr>
        <p:spPr>
          <a:xfrm>
            <a:off x="6223095" y="1313125"/>
            <a:ext cx="36476" cy="3392239"/>
          </a:xfrm>
          <a:custGeom>
            <a:avLst/>
            <a:gdLst/>
            <a:ahLst/>
            <a:cxnLst/>
            <a:rect l="l" t="t" r="r" b="b"/>
            <a:pathLst>
              <a:path w="36476" h="3392239">
                <a:moveTo>
                  <a:pt x="36476" y="0"/>
                </a:moveTo>
                <a:lnTo>
                  <a:pt x="36476" y="0"/>
                </a:lnTo>
                <a:lnTo>
                  <a:pt x="36476" y="3392239"/>
                </a:lnTo>
                <a:lnTo>
                  <a:pt x="36476" y="3392239"/>
                </a:lnTo>
                <a:cubicBezTo>
                  <a:pt x="16331" y="3392239"/>
                  <a:pt x="0" y="3375909"/>
                  <a:pt x="0" y="3355764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9" name="Shape 27"/>
          <p:cNvSpPr/>
          <p:nvPr/>
        </p:nvSpPr>
        <p:spPr>
          <a:xfrm>
            <a:off x="6460187" y="1531979"/>
            <a:ext cx="583611" cy="583611"/>
          </a:xfrm>
          <a:custGeom>
            <a:avLst/>
            <a:gdLst/>
            <a:ahLst/>
            <a:cxnLst/>
            <a:rect l="l" t="t" r="r" b="b"/>
            <a:pathLst>
              <a:path w="583611" h="583611">
                <a:moveTo>
                  <a:pt x="145903" y="0"/>
                </a:moveTo>
                <a:lnTo>
                  <a:pt x="437708" y="0"/>
                </a:lnTo>
                <a:cubicBezTo>
                  <a:pt x="518288" y="0"/>
                  <a:pt x="583611" y="65323"/>
                  <a:pt x="583611" y="145903"/>
                </a:cubicBezTo>
                <a:lnTo>
                  <a:pt x="583611" y="437708"/>
                </a:lnTo>
                <a:cubicBezTo>
                  <a:pt x="583611" y="518288"/>
                  <a:pt x="518288" y="583611"/>
                  <a:pt x="437708" y="583611"/>
                </a:cubicBezTo>
                <a:lnTo>
                  <a:pt x="145903" y="583611"/>
                </a:lnTo>
                <a:cubicBezTo>
                  <a:pt x="65323" y="583611"/>
                  <a:pt x="0" y="518288"/>
                  <a:pt x="0" y="437708"/>
                </a:cubicBezTo>
                <a:lnTo>
                  <a:pt x="0" y="145903"/>
                </a:lnTo>
                <a:cubicBezTo>
                  <a:pt x="0" y="65323"/>
                  <a:pt x="65323" y="0"/>
                  <a:pt x="145903" y="0"/>
                </a:cubicBezTo>
                <a:close/>
              </a:path>
            </a:pathLst>
          </a:custGeom>
          <a:solidFill>
            <a:srgbClr val="3B82F6"/>
          </a:soli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617488" y="1687001"/>
            <a:ext cx="273568" cy="273568"/>
          </a:xfrm>
          <a:custGeom>
            <a:avLst/>
            <a:gdLst/>
            <a:ahLst/>
            <a:cxnLst/>
            <a:rect l="l" t="t" r="r" b="b"/>
            <a:pathLst>
              <a:path w="273568" h="273568">
                <a:moveTo>
                  <a:pt x="151745" y="-695"/>
                </a:moveTo>
                <a:cubicBezTo>
                  <a:pt x="142501" y="-6038"/>
                  <a:pt x="131067" y="-6038"/>
                  <a:pt x="121823" y="-695"/>
                </a:cubicBezTo>
                <a:lnTo>
                  <a:pt x="76834" y="25273"/>
                </a:lnTo>
                <a:cubicBezTo>
                  <a:pt x="67590" y="30616"/>
                  <a:pt x="61873" y="40501"/>
                  <a:pt x="61873" y="51187"/>
                </a:cubicBezTo>
                <a:lnTo>
                  <a:pt x="61873" y="105633"/>
                </a:lnTo>
                <a:lnTo>
                  <a:pt x="14694" y="132883"/>
                </a:lnTo>
                <a:cubicBezTo>
                  <a:pt x="5450" y="138226"/>
                  <a:pt x="-267" y="148111"/>
                  <a:pt x="-267" y="158797"/>
                </a:cubicBezTo>
                <a:lnTo>
                  <a:pt x="-267" y="210786"/>
                </a:lnTo>
                <a:cubicBezTo>
                  <a:pt x="-267" y="221472"/>
                  <a:pt x="5450" y="231357"/>
                  <a:pt x="14694" y="236700"/>
                </a:cubicBezTo>
                <a:lnTo>
                  <a:pt x="59736" y="262668"/>
                </a:lnTo>
                <a:cubicBezTo>
                  <a:pt x="68980" y="268011"/>
                  <a:pt x="80414" y="268011"/>
                  <a:pt x="89658" y="262668"/>
                </a:cubicBezTo>
                <a:lnTo>
                  <a:pt x="136837" y="235418"/>
                </a:lnTo>
                <a:lnTo>
                  <a:pt x="184017" y="262668"/>
                </a:lnTo>
                <a:cubicBezTo>
                  <a:pt x="193261" y="268011"/>
                  <a:pt x="204695" y="268011"/>
                  <a:pt x="213938" y="262668"/>
                </a:cubicBezTo>
                <a:lnTo>
                  <a:pt x="258874" y="236700"/>
                </a:lnTo>
                <a:cubicBezTo>
                  <a:pt x="268118" y="231357"/>
                  <a:pt x="273835" y="221472"/>
                  <a:pt x="273835" y="210786"/>
                </a:cubicBezTo>
                <a:lnTo>
                  <a:pt x="273835" y="158797"/>
                </a:lnTo>
                <a:cubicBezTo>
                  <a:pt x="273835" y="148111"/>
                  <a:pt x="268118" y="138226"/>
                  <a:pt x="258874" y="132883"/>
                </a:cubicBezTo>
                <a:lnTo>
                  <a:pt x="211694" y="105633"/>
                </a:lnTo>
                <a:lnTo>
                  <a:pt x="211694" y="51187"/>
                </a:lnTo>
                <a:cubicBezTo>
                  <a:pt x="211694" y="40501"/>
                  <a:pt x="205977" y="30616"/>
                  <a:pt x="196734" y="25273"/>
                </a:cubicBezTo>
                <a:lnTo>
                  <a:pt x="151745" y="-695"/>
                </a:lnTo>
                <a:close/>
                <a:moveTo>
                  <a:pt x="123960" y="156340"/>
                </a:moveTo>
                <a:lnTo>
                  <a:pt x="123960" y="213244"/>
                </a:lnTo>
                <a:lnTo>
                  <a:pt x="76781" y="240494"/>
                </a:lnTo>
                <a:cubicBezTo>
                  <a:pt x="76139" y="240868"/>
                  <a:pt x="75391" y="241082"/>
                  <a:pt x="74643" y="241082"/>
                </a:cubicBezTo>
                <a:lnTo>
                  <a:pt x="74643" y="184818"/>
                </a:lnTo>
                <a:lnTo>
                  <a:pt x="123960" y="156340"/>
                </a:lnTo>
                <a:close/>
                <a:moveTo>
                  <a:pt x="247600" y="156660"/>
                </a:moveTo>
                <a:cubicBezTo>
                  <a:pt x="247974" y="157301"/>
                  <a:pt x="248188" y="158049"/>
                  <a:pt x="248188" y="158797"/>
                </a:cubicBezTo>
                <a:lnTo>
                  <a:pt x="248188" y="210786"/>
                </a:lnTo>
                <a:cubicBezTo>
                  <a:pt x="248188" y="212336"/>
                  <a:pt x="247386" y="213725"/>
                  <a:pt x="246051" y="214473"/>
                </a:cubicBezTo>
                <a:lnTo>
                  <a:pt x="201008" y="240440"/>
                </a:lnTo>
                <a:cubicBezTo>
                  <a:pt x="200367" y="240814"/>
                  <a:pt x="199619" y="241028"/>
                  <a:pt x="198871" y="241028"/>
                </a:cubicBezTo>
                <a:lnTo>
                  <a:pt x="198871" y="184765"/>
                </a:lnTo>
                <a:lnTo>
                  <a:pt x="247600" y="156660"/>
                </a:lnTo>
                <a:close/>
                <a:moveTo>
                  <a:pt x="186101" y="51187"/>
                </a:moveTo>
                <a:lnTo>
                  <a:pt x="186101" y="105633"/>
                </a:lnTo>
                <a:lnTo>
                  <a:pt x="136784" y="134112"/>
                </a:lnTo>
                <a:lnTo>
                  <a:pt x="136784" y="77208"/>
                </a:lnTo>
                <a:lnTo>
                  <a:pt x="185513" y="49103"/>
                </a:lnTo>
                <a:cubicBezTo>
                  <a:pt x="185887" y="49744"/>
                  <a:pt x="186101" y="50492"/>
                  <a:pt x="186101" y="51241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31" name="Text 29"/>
          <p:cNvSpPr/>
          <p:nvPr/>
        </p:nvSpPr>
        <p:spPr>
          <a:xfrm>
            <a:off x="7189701" y="1659644"/>
            <a:ext cx="1294887" cy="328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54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Libraries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60187" y="2297969"/>
            <a:ext cx="2516823" cy="656562"/>
          </a:xfrm>
          <a:custGeom>
            <a:avLst/>
            <a:gdLst/>
            <a:ahLst/>
            <a:cxnLst/>
            <a:rect l="l" t="t" r="r" b="b"/>
            <a:pathLst>
              <a:path w="2516823" h="656562">
                <a:moveTo>
                  <a:pt x="109429" y="0"/>
                </a:moveTo>
                <a:lnTo>
                  <a:pt x="2407393" y="0"/>
                </a:lnTo>
                <a:cubicBezTo>
                  <a:pt x="2467830" y="0"/>
                  <a:pt x="2516823" y="48993"/>
                  <a:pt x="2516823" y="109429"/>
                </a:cubicBezTo>
                <a:lnTo>
                  <a:pt x="2516823" y="547133"/>
                </a:lnTo>
                <a:cubicBezTo>
                  <a:pt x="2516823" y="607569"/>
                  <a:pt x="2467830" y="656562"/>
                  <a:pt x="2407393" y="656562"/>
                </a:cubicBezTo>
                <a:lnTo>
                  <a:pt x="109429" y="656562"/>
                </a:lnTo>
                <a:cubicBezTo>
                  <a:pt x="49034" y="656562"/>
                  <a:pt x="0" y="607529"/>
                  <a:pt x="0" y="547133"/>
                </a:cubicBezTo>
                <a:lnTo>
                  <a:pt x="0" y="109429"/>
                </a:lnTo>
                <a:cubicBezTo>
                  <a:pt x="0" y="49034"/>
                  <a:pt x="49034" y="0"/>
                  <a:pt x="109429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3" name="Shape 31"/>
          <p:cNvSpPr/>
          <p:nvPr/>
        </p:nvSpPr>
        <p:spPr>
          <a:xfrm>
            <a:off x="6640286" y="2534947"/>
            <a:ext cx="159581" cy="182378"/>
          </a:xfrm>
          <a:custGeom>
            <a:avLst/>
            <a:gdLst/>
            <a:ahLst/>
            <a:cxnLst/>
            <a:rect l="l" t="t" r="r" b="b"/>
            <a:pathLst>
              <a:path w="159581" h="182378">
                <a:moveTo>
                  <a:pt x="91189" y="56993"/>
                </a:moveTo>
                <a:lnTo>
                  <a:pt x="91189" y="91189"/>
                </a:lnTo>
                <a:lnTo>
                  <a:pt x="136784" y="91189"/>
                </a:lnTo>
                <a:lnTo>
                  <a:pt x="136784" y="56993"/>
                </a:lnTo>
                <a:lnTo>
                  <a:pt x="91189" y="56993"/>
                </a:lnTo>
                <a:close/>
                <a:moveTo>
                  <a:pt x="68392" y="56993"/>
                </a:moveTo>
                <a:lnTo>
                  <a:pt x="22797" y="56993"/>
                </a:lnTo>
                <a:lnTo>
                  <a:pt x="22797" y="91189"/>
                </a:lnTo>
                <a:lnTo>
                  <a:pt x="68392" y="91189"/>
                </a:lnTo>
                <a:lnTo>
                  <a:pt x="68392" y="56993"/>
                </a:lnTo>
                <a:close/>
                <a:moveTo>
                  <a:pt x="0" y="113987"/>
                </a:moveTo>
                <a:lnTo>
                  <a:pt x="0" y="34196"/>
                </a:lnTo>
                <a:cubicBezTo>
                  <a:pt x="0" y="21622"/>
                  <a:pt x="10223" y="11399"/>
                  <a:pt x="22797" y="11399"/>
                </a:cubicBezTo>
                <a:lnTo>
                  <a:pt x="136784" y="11399"/>
                </a:lnTo>
                <a:cubicBezTo>
                  <a:pt x="149358" y="11399"/>
                  <a:pt x="159581" y="21622"/>
                  <a:pt x="159581" y="34196"/>
                </a:cubicBezTo>
                <a:lnTo>
                  <a:pt x="159581" y="148182"/>
                </a:lnTo>
                <a:cubicBezTo>
                  <a:pt x="159581" y="160757"/>
                  <a:pt x="149358" y="170980"/>
                  <a:pt x="136784" y="170980"/>
                </a:cubicBezTo>
                <a:lnTo>
                  <a:pt x="22797" y="170980"/>
                </a:lnTo>
                <a:cubicBezTo>
                  <a:pt x="10223" y="170980"/>
                  <a:pt x="0" y="160757"/>
                  <a:pt x="0" y="148182"/>
                </a:cubicBezTo>
                <a:lnTo>
                  <a:pt x="0" y="113987"/>
                </a:lnTo>
                <a:close/>
                <a:moveTo>
                  <a:pt x="136784" y="113987"/>
                </a:moveTo>
                <a:lnTo>
                  <a:pt x="91189" y="113987"/>
                </a:lnTo>
                <a:lnTo>
                  <a:pt x="91189" y="148182"/>
                </a:lnTo>
                <a:lnTo>
                  <a:pt x="136784" y="148182"/>
                </a:lnTo>
                <a:lnTo>
                  <a:pt x="136784" y="113987"/>
                </a:lnTo>
                <a:close/>
                <a:moveTo>
                  <a:pt x="68392" y="148182"/>
                </a:moveTo>
                <a:lnTo>
                  <a:pt x="68392" y="113987"/>
                </a:lnTo>
                <a:lnTo>
                  <a:pt x="22797" y="113987"/>
                </a:lnTo>
                <a:lnTo>
                  <a:pt x="22797" y="148182"/>
                </a:lnTo>
                <a:lnTo>
                  <a:pt x="68392" y="148182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4" name="Text 32"/>
          <p:cNvSpPr/>
          <p:nvPr/>
        </p:nvSpPr>
        <p:spPr>
          <a:xfrm>
            <a:off x="6943490" y="2443871"/>
            <a:ext cx="738633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Pandas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943490" y="2662726"/>
            <a:ext cx="720395" cy="145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2" dirty="0">
                <a:solidFill>
                  <a:srgbClr val="F8FAFC">
                    <a:alpha val="6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Data Analysis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088489" y="2297969"/>
            <a:ext cx="2516823" cy="656562"/>
          </a:xfrm>
          <a:custGeom>
            <a:avLst/>
            <a:gdLst/>
            <a:ahLst/>
            <a:cxnLst/>
            <a:rect l="l" t="t" r="r" b="b"/>
            <a:pathLst>
              <a:path w="2516823" h="656562">
                <a:moveTo>
                  <a:pt x="109429" y="0"/>
                </a:moveTo>
                <a:lnTo>
                  <a:pt x="2407393" y="0"/>
                </a:lnTo>
                <a:cubicBezTo>
                  <a:pt x="2467830" y="0"/>
                  <a:pt x="2516823" y="48993"/>
                  <a:pt x="2516823" y="109429"/>
                </a:cubicBezTo>
                <a:lnTo>
                  <a:pt x="2516823" y="547133"/>
                </a:lnTo>
                <a:cubicBezTo>
                  <a:pt x="2516823" y="607569"/>
                  <a:pt x="2467830" y="656562"/>
                  <a:pt x="2407393" y="656562"/>
                </a:cubicBezTo>
                <a:lnTo>
                  <a:pt x="109429" y="656562"/>
                </a:lnTo>
                <a:cubicBezTo>
                  <a:pt x="49034" y="656562"/>
                  <a:pt x="0" y="607529"/>
                  <a:pt x="0" y="547133"/>
                </a:cubicBezTo>
                <a:lnTo>
                  <a:pt x="0" y="109429"/>
                </a:lnTo>
                <a:cubicBezTo>
                  <a:pt x="0" y="49034"/>
                  <a:pt x="49034" y="0"/>
                  <a:pt x="109429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7" name="Shape 35"/>
          <p:cNvSpPr/>
          <p:nvPr/>
        </p:nvSpPr>
        <p:spPr>
          <a:xfrm>
            <a:off x="9279986" y="2534947"/>
            <a:ext cx="136784" cy="182378"/>
          </a:xfrm>
          <a:custGeom>
            <a:avLst/>
            <a:gdLst/>
            <a:ahLst/>
            <a:cxnLst/>
            <a:rect l="l" t="t" r="r" b="b"/>
            <a:pathLst>
              <a:path w="136784" h="182378">
                <a:moveTo>
                  <a:pt x="22797" y="0"/>
                </a:moveTo>
                <a:cubicBezTo>
                  <a:pt x="10223" y="0"/>
                  <a:pt x="0" y="10223"/>
                  <a:pt x="0" y="22797"/>
                </a:cubicBezTo>
                <a:lnTo>
                  <a:pt x="0" y="159581"/>
                </a:lnTo>
                <a:cubicBezTo>
                  <a:pt x="0" y="172155"/>
                  <a:pt x="10223" y="182378"/>
                  <a:pt x="22797" y="182378"/>
                </a:cubicBezTo>
                <a:lnTo>
                  <a:pt x="113987" y="182378"/>
                </a:lnTo>
                <a:cubicBezTo>
                  <a:pt x="126561" y="182378"/>
                  <a:pt x="136784" y="172155"/>
                  <a:pt x="136784" y="159581"/>
                </a:cubicBezTo>
                <a:lnTo>
                  <a:pt x="136784" y="22797"/>
                </a:lnTo>
                <a:cubicBezTo>
                  <a:pt x="136784" y="10223"/>
                  <a:pt x="126561" y="0"/>
                  <a:pt x="113987" y="0"/>
                </a:cubicBezTo>
                <a:lnTo>
                  <a:pt x="22797" y="0"/>
                </a:lnTo>
                <a:close/>
                <a:moveTo>
                  <a:pt x="34196" y="22797"/>
                </a:moveTo>
                <a:lnTo>
                  <a:pt x="102588" y="22797"/>
                </a:lnTo>
                <a:cubicBezTo>
                  <a:pt x="108893" y="22797"/>
                  <a:pt x="113987" y="27891"/>
                  <a:pt x="113987" y="34196"/>
                </a:cubicBezTo>
                <a:lnTo>
                  <a:pt x="113987" y="45595"/>
                </a:lnTo>
                <a:cubicBezTo>
                  <a:pt x="113987" y="51899"/>
                  <a:pt x="108893" y="56993"/>
                  <a:pt x="102588" y="56993"/>
                </a:cubicBezTo>
                <a:lnTo>
                  <a:pt x="34196" y="56993"/>
                </a:lnTo>
                <a:cubicBezTo>
                  <a:pt x="27891" y="56993"/>
                  <a:pt x="22797" y="51899"/>
                  <a:pt x="22797" y="45595"/>
                </a:cubicBezTo>
                <a:lnTo>
                  <a:pt x="22797" y="34196"/>
                </a:lnTo>
                <a:cubicBezTo>
                  <a:pt x="22797" y="27891"/>
                  <a:pt x="27891" y="22797"/>
                  <a:pt x="34196" y="22797"/>
                </a:cubicBezTo>
                <a:close/>
                <a:moveTo>
                  <a:pt x="39895" y="82640"/>
                </a:moveTo>
                <a:cubicBezTo>
                  <a:pt x="39895" y="87359"/>
                  <a:pt x="36065" y="91189"/>
                  <a:pt x="31346" y="91189"/>
                </a:cubicBezTo>
                <a:cubicBezTo>
                  <a:pt x="26628" y="91189"/>
                  <a:pt x="22797" y="87359"/>
                  <a:pt x="22797" y="82640"/>
                </a:cubicBezTo>
                <a:cubicBezTo>
                  <a:pt x="22797" y="77922"/>
                  <a:pt x="26628" y="74091"/>
                  <a:pt x="31346" y="74091"/>
                </a:cubicBezTo>
                <a:cubicBezTo>
                  <a:pt x="36065" y="74091"/>
                  <a:pt x="39895" y="77922"/>
                  <a:pt x="39895" y="82640"/>
                </a:cubicBezTo>
                <a:close/>
                <a:moveTo>
                  <a:pt x="68392" y="91189"/>
                </a:moveTo>
                <a:cubicBezTo>
                  <a:pt x="63674" y="91189"/>
                  <a:pt x="59843" y="87359"/>
                  <a:pt x="59843" y="82640"/>
                </a:cubicBezTo>
                <a:cubicBezTo>
                  <a:pt x="59843" y="77922"/>
                  <a:pt x="63674" y="74091"/>
                  <a:pt x="68392" y="74091"/>
                </a:cubicBezTo>
                <a:cubicBezTo>
                  <a:pt x="73110" y="74091"/>
                  <a:pt x="76941" y="77922"/>
                  <a:pt x="76941" y="82640"/>
                </a:cubicBezTo>
                <a:cubicBezTo>
                  <a:pt x="76941" y="87359"/>
                  <a:pt x="73110" y="91189"/>
                  <a:pt x="68392" y="91189"/>
                </a:cubicBezTo>
                <a:close/>
                <a:moveTo>
                  <a:pt x="113987" y="82640"/>
                </a:moveTo>
                <a:cubicBezTo>
                  <a:pt x="113987" y="87359"/>
                  <a:pt x="110156" y="91189"/>
                  <a:pt x="105438" y="91189"/>
                </a:cubicBezTo>
                <a:cubicBezTo>
                  <a:pt x="100719" y="91189"/>
                  <a:pt x="96889" y="87359"/>
                  <a:pt x="96889" y="82640"/>
                </a:cubicBezTo>
                <a:cubicBezTo>
                  <a:pt x="96889" y="77922"/>
                  <a:pt x="100719" y="74091"/>
                  <a:pt x="105438" y="74091"/>
                </a:cubicBezTo>
                <a:cubicBezTo>
                  <a:pt x="110156" y="74091"/>
                  <a:pt x="113987" y="77922"/>
                  <a:pt x="113987" y="82640"/>
                </a:cubicBezTo>
                <a:close/>
                <a:moveTo>
                  <a:pt x="31346" y="125385"/>
                </a:moveTo>
                <a:cubicBezTo>
                  <a:pt x="26628" y="125385"/>
                  <a:pt x="22797" y="121555"/>
                  <a:pt x="22797" y="116836"/>
                </a:cubicBezTo>
                <a:cubicBezTo>
                  <a:pt x="22797" y="112118"/>
                  <a:pt x="26628" y="108287"/>
                  <a:pt x="31346" y="108287"/>
                </a:cubicBezTo>
                <a:cubicBezTo>
                  <a:pt x="36065" y="108287"/>
                  <a:pt x="39895" y="112118"/>
                  <a:pt x="39895" y="116836"/>
                </a:cubicBezTo>
                <a:cubicBezTo>
                  <a:pt x="39895" y="121555"/>
                  <a:pt x="36065" y="125385"/>
                  <a:pt x="31346" y="125385"/>
                </a:cubicBezTo>
                <a:close/>
                <a:moveTo>
                  <a:pt x="76941" y="116836"/>
                </a:moveTo>
                <a:cubicBezTo>
                  <a:pt x="76941" y="121555"/>
                  <a:pt x="73110" y="125385"/>
                  <a:pt x="68392" y="125385"/>
                </a:cubicBezTo>
                <a:cubicBezTo>
                  <a:pt x="63674" y="125385"/>
                  <a:pt x="59843" y="121555"/>
                  <a:pt x="59843" y="116836"/>
                </a:cubicBezTo>
                <a:cubicBezTo>
                  <a:pt x="59843" y="112118"/>
                  <a:pt x="63674" y="108287"/>
                  <a:pt x="68392" y="108287"/>
                </a:cubicBezTo>
                <a:cubicBezTo>
                  <a:pt x="73110" y="108287"/>
                  <a:pt x="76941" y="112118"/>
                  <a:pt x="76941" y="116836"/>
                </a:cubicBezTo>
                <a:close/>
                <a:moveTo>
                  <a:pt x="105438" y="125385"/>
                </a:moveTo>
                <a:cubicBezTo>
                  <a:pt x="100719" y="125385"/>
                  <a:pt x="96889" y="121555"/>
                  <a:pt x="96889" y="116836"/>
                </a:cubicBezTo>
                <a:cubicBezTo>
                  <a:pt x="96889" y="112118"/>
                  <a:pt x="100719" y="108287"/>
                  <a:pt x="105438" y="108287"/>
                </a:cubicBezTo>
                <a:cubicBezTo>
                  <a:pt x="110156" y="108287"/>
                  <a:pt x="113987" y="112118"/>
                  <a:pt x="113987" y="116836"/>
                </a:cubicBezTo>
                <a:cubicBezTo>
                  <a:pt x="113987" y="121555"/>
                  <a:pt x="110156" y="125385"/>
                  <a:pt x="105438" y="125385"/>
                </a:cubicBezTo>
                <a:close/>
                <a:moveTo>
                  <a:pt x="22797" y="151032"/>
                </a:moveTo>
                <a:cubicBezTo>
                  <a:pt x="22797" y="146295"/>
                  <a:pt x="26609" y="142483"/>
                  <a:pt x="31346" y="142483"/>
                </a:cubicBezTo>
                <a:lnTo>
                  <a:pt x="71242" y="142483"/>
                </a:lnTo>
                <a:cubicBezTo>
                  <a:pt x="75979" y="142483"/>
                  <a:pt x="79791" y="146295"/>
                  <a:pt x="79791" y="151032"/>
                </a:cubicBezTo>
                <a:cubicBezTo>
                  <a:pt x="79791" y="155770"/>
                  <a:pt x="75979" y="159581"/>
                  <a:pt x="71242" y="159581"/>
                </a:cubicBezTo>
                <a:lnTo>
                  <a:pt x="31346" y="159581"/>
                </a:lnTo>
                <a:cubicBezTo>
                  <a:pt x="26609" y="159581"/>
                  <a:pt x="22797" y="155770"/>
                  <a:pt x="22797" y="151032"/>
                </a:cubicBezTo>
                <a:close/>
                <a:moveTo>
                  <a:pt x="105438" y="142483"/>
                </a:moveTo>
                <a:cubicBezTo>
                  <a:pt x="110175" y="142483"/>
                  <a:pt x="113987" y="146295"/>
                  <a:pt x="113987" y="151032"/>
                </a:cubicBezTo>
                <a:cubicBezTo>
                  <a:pt x="113987" y="155770"/>
                  <a:pt x="110175" y="159581"/>
                  <a:pt x="105438" y="159581"/>
                </a:cubicBezTo>
                <a:cubicBezTo>
                  <a:pt x="100700" y="159581"/>
                  <a:pt x="96889" y="155770"/>
                  <a:pt x="96889" y="151032"/>
                </a:cubicBezTo>
                <a:cubicBezTo>
                  <a:pt x="96889" y="146295"/>
                  <a:pt x="100700" y="142483"/>
                  <a:pt x="105438" y="142483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8" name="Text 36"/>
          <p:cNvSpPr/>
          <p:nvPr/>
        </p:nvSpPr>
        <p:spPr>
          <a:xfrm>
            <a:off x="9571791" y="2443871"/>
            <a:ext cx="1121628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NumPy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571791" y="2662726"/>
            <a:ext cx="1103390" cy="145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2" dirty="0">
                <a:solidFill>
                  <a:srgbClr val="F8FAFC">
                    <a:alpha val="6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Numerical Computing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60187" y="3063845"/>
            <a:ext cx="2516823" cy="656562"/>
          </a:xfrm>
          <a:custGeom>
            <a:avLst/>
            <a:gdLst/>
            <a:ahLst/>
            <a:cxnLst/>
            <a:rect l="l" t="t" r="r" b="b"/>
            <a:pathLst>
              <a:path w="2516823" h="656562">
                <a:moveTo>
                  <a:pt x="109429" y="0"/>
                </a:moveTo>
                <a:lnTo>
                  <a:pt x="2407393" y="0"/>
                </a:lnTo>
                <a:cubicBezTo>
                  <a:pt x="2467830" y="0"/>
                  <a:pt x="2516823" y="48993"/>
                  <a:pt x="2516823" y="109429"/>
                </a:cubicBezTo>
                <a:lnTo>
                  <a:pt x="2516823" y="547133"/>
                </a:lnTo>
                <a:cubicBezTo>
                  <a:pt x="2516823" y="607569"/>
                  <a:pt x="2467830" y="656562"/>
                  <a:pt x="2407393" y="656562"/>
                </a:cubicBezTo>
                <a:lnTo>
                  <a:pt x="109429" y="656562"/>
                </a:lnTo>
                <a:cubicBezTo>
                  <a:pt x="49034" y="656562"/>
                  <a:pt x="0" y="607529"/>
                  <a:pt x="0" y="547133"/>
                </a:cubicBezTo>
                <a:lnTo>
                  <a:pt x="0" y="109429"/>
                </a:lnTo>
                <a:cubicBezTo>
                  <a:pt x="0" y="49034"/>
                  <a:pt x="49034" y="0"/>
                  <a:pt x="109429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41" name="Shape 39"/>
          <p:cNvSpPr/>
          <p:nvPr/>
        </p:nvSpPr>
        <p:spPr>
          <a:xfrm>
            <a:off x="6628887" y="3300823"/>
            <a:ext cx="182378" cy="182378"/>
          </a:xfrm>
          <a:custGeom>
            <a:avLst/>
            <a:gdLst/>
            <a:ahLst/>
            <a:cxnLst/>
            <a:rect l="l" t="t" r="r" b="b"/>
            <a:pathLst>
              <a:path w="182378" h="182378">
                <a:moveTo>
                  <a:pt x="42745" y="19948"/>
                </a:moveTo>
                <a:cubicBezTo>
                  <a:pt x="42745" y="8941"/>
                  <a:pt x="51686" y="0"/>
                  <a:pt x="62693" y="0"/>
                </a:cubicBezTo>
                <a:lnTo>
                  <a:pt x="71242" y="0"/>
                </a:lnTo>
                <a:cubicBezTo>
                  <a:pt x="77546" y="0"/>
                  <a:pt x="82640" y="5094"/>
                  <a:pt x="82640" y="11399"/>
                </a:cubicBezTo>
                <a:lnTo>
                  <a:pt x="82640" y="170980"/>
                </a:lnTo>
                <a:cubicBezTo>
                  <a:pt x="82640" y="177285"/>
                  <a:pt x="77546" y="182378"/>
                  <a:pt x="71242" y="182378"/>
                </a:cubicBezTo>
                <a:lnTo>
                  <a:pt x="59843" y="182378"/>
                </a:lnTo>
                <a:cubicBezTo>
                  <a:pt x="49228" y="182378"/>
                  <a:pt x="40287" y="175112"/>
                  <a:pt x="37758" y="165280"/>
                </a:cubicBezTo>
                <a:cubicBezTo>
                  <a:pt x="37509" y="165280"/>
                  <a:pt x="37295" y="165280"/>
                  <a:pt x="37046" y="165280"/>
                </a:cubicBezTo>
                <a:cubicBezTo>
                  <a:pt x="21301" y="165280"/>
                  <a:pt x="8549" y="152528"/>
                  <a:pt x="8549" y="136784"/>
                </a:cubicBezTo>
                <a:cubicBezTo>
                  <a:pt x="8549" y="130372"/>
                  <a:pt x="10686" y="124459"/>
                  <a:pt x="14248" y="119686"/>
                </a:cubicBezTo>
                <a:cubicBezTo>
                  <a:pt x="7338" y="114485"/>
                  <a:pt x="2850" y="106221"/>
                  <a:pt x="2850" y="96889"/>
                </a:cubicBezTo>
                <a:cubicBezTo>
                  <a:pt x="2850" y="85882"/>
                  <a:pt x="9119" y="76300"/>
                  <a:pt x="18238" y="71562"/>
                </a:cubicBezTo>
                <a:cubicBezTo>
                  <a:pt x="15709" y="67288"/>
                  <a:pt x="14248" y="62301"/>
                  <a:pt x="14248" y="56993"/>
                </a:cubicBezTo>
                <a:cubicBezTo>
                  <a:pt x="14248" y="41249"/>
                  <a:pt x="27001" y="28497"/>
                  <a:pt x="42745" y="28497"/>
                </a:cubicBezTo>
                <a:lnTo>
                  <a:pt x="42745" y="19948"/>
                </a:lnTo>
                <a:close/>
                <a:moveTo>
                  <a:pt x="139634" y="19948"/>
                </a:moveTo>
                <a:lnTo>
                  <a:pt x="139634" y="28497"/>
                </a:lnTo>
                <a:cubicBezTo>
                  <a:pt x="155378" y="28497"/>
                  <a:pt x="168130" y="41249"/>
                  <a:pt x="168130" y="56993"/>
                </a:cubicBezTo>
                <a:cubicBezTo>
                  <a:pt x="168130" y="62336"/>
                  <a:pt x="166670" y="67323"/>
                  <a:pt x="164141" y="71562"/>
                </a:cubicBezTo>
                <a:cubicBezTo>
                  <a:pt x="173295" y="76300"/>
                  <a:pt x="179529" y="85846"/>
                  <a:pt x="179529" y="96889"/>
                </a:cubicBezTo>
                <a:cubicBezTo>
                  <a:pt x="179529" y="106221"/>
                  <a:pt x="175041" y="114485"/>
                  <a:pt x="168130" y="119686"/>
                </a:cubicBezTo>
                <a:cubicBezTo>
                  <a:pt x="171692" y="124459"/>
                  <a:pt x="173829" y="130372"/>
                  <a:pt x="173829" y="136784"/>
                </a:cubicBezTo>
                <a:cubicBezTo>
                  <a:pt x="173829" y="152528"/>
                  <a:pt x="161077" y="165280"/>
                  <a:pt x="145333" y="165280"/>
                </a:cubicBezTo>
                <a:cubicBezTo>
                  <a:pt x="145083" y="165280"/>
                  <a:pt x="144870" y="165280"/>
                  <a:pt x="144620" y="165280"/>
                </a:cubicBezTo>
                <a:cubicBezTo>
                  <a:pt x="142091" y="175112"/>
                  <a:pt x="133151" y="182378"/>
                  <a:pt x="122536" y="182378"/>
                </a:cubicBezTo>
                <a:lnTo>
                  <a:pt x="111137" y="182378"/>
                </a:lnTo>
                <a:cubicBezTo>
                  <a:pt x="104832" y="182378"/>
                  <a:pt x="99738" y="177285"/>
                  <a:pt x="99738" y="170980"/>
                </a:cubicBezTo>
                <a:lnTo>
                  <a:pt x="99738" y="11399"/>
                </a:lnTo>
                <a:cubicBezTo>
                  <a:pt x="99738" y="5094"/>
                  <a:pt x="104832" y="0"/>
                  <a:pt x="111137" y="0"/>
                </a:cubicBezTo>
                <a:lnTo>
                  <a:pt x="119686" y="0"/>
                </a:lnTo>
                <a:cubicBezTo>
                  <a:pt x="130693" y="0"/>
                  <a:pt x="139634" y="8941"/>
                  <a:pt x="139634" y="19948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2" name="Text 40"/>
          <p:cNvSpPr/>
          <p:nvPr/>
        </p:nvSpPr>
        <p:spPr>
          <a:xfrm>
            <a:off x="6943490" y="3209747"/>
            <a:ext cx="857179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Scikit-learn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943490" y="3428601"/>
            <a:ext cx="838941" cy="145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2" dirty="0">
                <a:solidFill>
                  <a:srgbClr val="F8FAFC">
                    <a:alpha val="6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ML Algorithms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9088489" y="3063845"/>
            <a:ext cx="2516823" cy="656562"/>
          </a:xfrm>
          <a:custGeom>
            <a:avLst/>
            <a:gdLst/>
            <a:ahLst/>
            <a:cxnLst/>
            <a:rect l="l" t="t" r="r" b="b"/>
            <a:pathLst>
              <a:path w="2516823" h="656562">
                <a:moveTo>
                  <a:pt x="109429" y="0"/>
                </a:moveTo>
                <a:lnTo>
                  <a:pt x="2407393" y="0"/>
                </a:lnTo>
                <a:cubicBezTo>
                  <a:pt x="2467830" y="0"/>
                  <a:pt x="2516823" y="48993"/>
                  <a:pt x="2516823" y="109429"/>
                </a:cubicBezTo>
                <a:lnTo>
                  <a:pt x="2516823" y="547133"/>
                </a:lnTo>
                <a:cubicBezTo>
                  <a:pt x="2516823" y="607569"/>
                  <a:pt x="2467830" y="656562"/>
                  <a:pt x="2407393" y="656562"/>
                </a:cubicBezTo>
                <a:lnTo>
                  <a:pt x="109429" y="656562"/>
                </a:lnTo>
                <a:cubicBezTo>
                  <a:pt x="49034" y="656562"/>
                  <a:pt x="0" y="607529"/>
                  <a:pt x="0" y="547133"/>
                </a:cubicBezTo>
                <a:lnTo>
                  <a:pt x="0" y="109429"/>
                </a:lnTo>
                <a:cubicBezTo>
                  <a:pt x="0" y="49034"/>
                  <a:pt x="49034" y="0"/>
                  <a:pt x="109429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45" name="Shape 43"/>
          <p:cNvSpPr/>
          <p:nvPr/>
        </p:nvSpPr>
        <p:spPr>
          <a:xfrm>
            <a:off x="9257189" y="3300823"/>
            <a:ext cx="182378" cy="182378"/>
          </a:xfrm>
          <a:custGeom>
            <a:avLst/>
            <a:gdLst/>
            <a:ahLst/>
            <a:cxnLst/>
            <a:rect l="l" t="t" r="r" b="b"/>
            <a:pathLst>
              <a:path w="182378" h="182378">
                <a:moveTo>
                  <a:pt x="22797" y="22797"/>
                </a:moveTo>
                <a:cubicBezTo>
                  <a:pt x="22797" y="16492"/>
                  <a:pt x="17704" y="11399"/>
                  <a:pt x="11399" y="11399"/>
                </a:cubicBezTo>
                <a:cubicBezTo>
                  <a:pt x="5094" y="11399"/>
                  <a:pt x="0" y="16492"/>
                  <a:pt x="0" y="22797"/>
                </a:cubicBezTo>
                <a:lnTo>
                  <a:pt x="0" y="142483"/>
                </a:lnTo>
                <a:cubicBezTo>
                  <a:pt x="0" y="158228"/>
                  <a:pt x="12752" y="170980"/>
                  <a:pt x="28497" y="170980"/>
                </a:cubicBezTo>
                <a:lnTo>
                  <a:pt x="170980" y="170980"/>
                </a:lnTo>
                <a:cubicBezTo>
                  <a:pt x="177285" y="170980"/>
                  <a:pt x="182378" y="165886"/>
                  <a:pt x="182378" y="159581"/>
                </a:cubicBezTo>
                <a:cubicBezTo>
                  <a:pt x="182378" y="153276"/>
                  <a:pt x="177285" y="148182"/>
                  <a:pt x="170980" y="148182"/>
                </a:cubicBezTo>
                <a:lnTo>
                  <a:pt x="28497" y="148182"/>
                </a:lnTo>
                <a:cubicBezTo>
                  <a:pt x="25362" y="148182"/>
                  <a:pt x="22797" y="145618"/>
                  <a:pt x="22797" y="142483"/>
                </a:cubicBezTo>
                <a:lnTo>
                  <a:pt x="22797" y="22797"/>
                </a:lnTo>
                <a:close/>
                <a:moveTo>
                  <a:pt x="167631" y="53645"/>
                </a:moveTo>
                <a:cubicBezTo>
                  <a:pt x="172084" y="49192"/>
                  <a:pt x="172084" y="41961"/>
                  <a:pt x="167631" y="37509"/>
                </a:cubicBezTo>
                <a:cubicBezTo>
                  <a:pt x="163179" y="33056"/>
                  <a:pt x="155948" y="33056"/>
                  <a:pt x="151495" y="37509"/>
                </a:cubicBezTo>
                <a:lnTo>
                  <a:pt x="113987" y="75053"/>
                </a:lnTo>
                <a:lnTo>
                  <a:pt x="93540" y="54642"/>
                </a:lnTo>
                <a:cubicBezTo>
                  <a:pt x="89088" y="50190"/>
                  <a:pt x="81857" y="50190"/>
                  <a:pt x="77404" y="54642"/>
                </a:cubicBezTo>
                <a:lnTo>
                  <a:pt x="43208" y="88838"/>
                </a:lnTo>
                <a:cubicBezTo>
                  <a:pt x="38755" y="93291"/>
                  <a:pt x="38755" y="100522"/>
                  <a:pt x="43208" y="104974"/>
                </a:cubicBezTo>
                <a:cubicBezTo>
                  <a:pt x="47661" y="109427"/>
                  <a:pt x="54892" y="109427"/>
                  <a:pt x="59344" y="104974"/>
                </a:cubicBezTo>
                <a:lnTo>
                  <a:pt x="85490" y="78829"/>
                </a:lnTo>
                <a:lnTo>
                  <a:pt x="105936" y="99275"/>
                </a:lnTo>
                <a:cubicBezTo>
                  <a:pt x="110389" y="103728"/>
                  <a:pt x="117620" y="103728"/>
                  <a:pt x="122072" y="99275"/>
                </a:cubicBezTo>
                <a:lnTo>
                  <a:pt x="167667" y="53681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6" name="Text 44"/>
          <p:cNvSpPr/>
          <p:nvPr/>
        </p:nvSpPr>
        <p:spPr>
          <a:xfrm>
            <a:off x="9571791" y="3209747"/>
            <a:ext cx="765990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Matplotlib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571791" y="3428601"/>
            <a:ext cx="747752" cy="145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2" dirty="0">
                <a:solidFill>
                  <a:srgbClr val="F8FAFC">
                    <a:alpha val="6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Visualization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460187" y="3829721"/>
            <a:ext cx="5143073" cy="656562"/>
          </a:xfrm>
          <a:custGeom>
            <a:avLst/>
            <a:gdLst/>
            <a:ahLst/>
            <a:cxnLst/>
            <a:rect l="l" t="t" r="r" b="b"/>
            <a:pathLst>
              <a:path w="5143073" h="656562">
                <a:moveTo>
                  <a:pt x="109429" y="0"/>
                </a:moveTo>
                <a:lnTo>
                  <a:pt x="5033643" y="0"/>
                </a:lnTo>
                <a:cubicBezTo>
                  <a:pt x="5094079" y="0"/>
                  <a:pt x="5143073" y="48993"/>
                  <a:pt x="5143073" y="109429"/>
                </a:cubicBezTo>
                <a:lnTo>
                  <a:pt x="5143073" y="547133"/>
                </a:lnTo>
                <a:cubicBezTo>
                  <a:pt x="5143073" y="607569"/>
                  <a:pt x="5094079" y="656562"/>
                  <a:pt x="5033643" y="656562"/>
                </a:cubicBezTo>
                <a:lnTo>
                  <a:pt x="109429" y="656562"/>
                </a:lnTo>
                <a:cubicBezTo>
                  <a:pt x="49034" y="656562"/>
                  <a:pt x="0" y="607529"/>
                  <a:pt x="0" y="547133"/>
                </a:cubicBezTo>
                <a:lnTo>
                  <a:pt x="0" y="109429"/>
                </a:lnTo>
                <a:cubicBezTo>
                  <a:pt x="0" y="49034"/>
                  <a:pt x="49034" y="0"/>
                  <a:pt x="109429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49" name="Shape 47"/>
          <p:cNvSpPr/>
          <p:nvPr/>
        </p:nvSpPr>
        <p:spPr>
          <a:xfrm>
            <a:off x="6628887" y="4066699"/>
            <a:ext cx="182378" cy="182378"/>
          </a:xfrm>
          <a:custGeom>
            <a:avLst/>
            <a:gdLst/>
            <a:ahLst/>
            <a:cxnLst/>
            <a:rect l="l" t="t" r="r" b="b"/>
            <a:pathLst>
              <a:path w="182378" h="182378">
                <a:moveTo>
                  <a:pt x="11399" y="11399"/>
                </a:moveTo>
                <a:cubicBezTo>
                  <a:pt x="17704" y="11399"/>
                  <a:pt x="22797" y="16492"/>
                  <a:pt x="22797" y="22797"/>
                </a:cubicBezTo>
                <a:lnTo>
                  <a:pt x="22797" y="142483"/>
                </a:lnTo>
                <a:cubicBezTo>
                  <a:pt x="22797" y="145618"/>
                  <a:pt x="25362" y="148182"/>
                  <a:pt x="28497" y="148182"/>
                </a:cubicBezTo>
                <a:lnTo>
                  <a:pt x="170980" y="148182"/>
                </a:lnTo>
                <a:cubicBezTo>
                  <a:pt x="177285" y="148182"/>
                  <a:pt x="182378" y="153276"/>
                  <a:pt x="182378" y="159581"/>
                </a:cubicBezTo>
                <a:cubicBezTo>
                  <a:pt x="182378" y="165886"/>
                  <a:pt x="177285" y="170980"/>
                  <a:pt x="170980" y="170980"/>
                </a:cubicBezTo>
                <a:lnTo>
                  <a:pt x="28497" y="170980"/>
                </a:lnTo>
                <a:cubicBezTo>
                  <a:pt x="12752" y="170980"/>
                  <a:pt x="0" y="158228"/>
                  <a:pt x="0" y="142483"/>
                </a:cubicBezTo>
                <a:lnTo>
                  <a:pt x="0" y="22797"/>
                </a:lnTo>
                <a:cubicBezTo>
                  <a:pt x="0" y="16492"/>
                  <a:pt x="5094" y="11399"/>
                  <a:pt x="11399" y="11399"/>
                </a:cubicBezTo>
                <a:close/>
                <a:moveTo>
                  <a:pt x="85490" y="34196"/>
                </a:moveTo>
                <a:cubicBezTo>
                  <a:pt x="87876" y="34196"/>
                  <a:pt x="90156" y="35193"/>
                  <a:pt x="91795" y="36974"/>
                </a:cubicBezTo>
                <a:lnTo>
                  <a:pt x="117121" y="64580"/>
                </a:lnTo>
                <a:lnTo>
                  <a:pt x="133578" y="48088"/>
                </a:lnTo>
                <a:cubicBezTo>
                  <a:pt x="136926" y="44740"/>
                  <a:pt x="142341" y="44740"/>
                  <a:pt x="145653" y="48088"/>
                </a:cubicBezTo>
                <a:lnTo>
                  <a:pt x="168451" y="70885"/>
                </a:lnTo>
                <a:cubicBezTo>
                  <a:pt x="170054" y="72488"/>
                  <a:pt x="170944" y="74661"/>
                  <a:pt x="170944" y="76941"/>
                </a:cubicBezTo>
                <a:lnTo>
                  <a:pt x="170944" y="116836"/>
                </a:lnTo>
                <a:cubicBezTo>
                  <a:pt x="170944" y="121574"/>
                  <a:pt x="167133" y="125385"/>
                  <a:pt x="162395" y="125385"/>
                </a:cubicBezTo>
                <a:lnTo>
                  <a:pt x="54108" y="125385"/>
                </a:lnTo>
                <a:cubicBezTo>
                  <a:pt x="49370" y="125385"/>
                  <a:pt x="45559" y="121574"/>
                  <a:pt x="45559" y="116836"/>
                </a:cubicBezTo>
                <a:lnTo>
                  <a:pt x="45559" y="76941"/>
                </a:lnTo>
                <a:cubicBezTo>
                  <a:pt x="45559" y="74804"/>
                  <a:pt x="46378" y="72738"/>
                  <a:pt x="47803" y="71170"/>
                </a:cubicBezTo>
                <a:lnTo>
                  <a:pt x="79149" y="36974"/>
                </a:lnTo>
                <a:cubicBezTo>
                  <a:pt x="80752" y="35193"/>
                  <a:pt x="83068" y="34196"/>
                  <a:pt x="85454" y="34196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0" name="Text 48"/>
          <p:cNvSpPr/>
          <p:nvPr/>
        </p:nvSpPr>
        <p:spPr>
          <a:xfrm>
            <a:off x="6943490" y="3975623"/>
            <a:ext cx="1185460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Seaborn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943490" y="4194477"/>
            <a:ext cx="1167222" cy="145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2" dirty="0">
                <a:solidFill>
                  <a:srgbClr val="F8FAFC">
                    <a:alpha val="6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Statistical Visualization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223095" y="4887402"/>
            <a:ext cx="5599019" cy="1969687"/>
          </a:xfrm>
          <a:custGeom>
            <a:avLst/>
            <a:gdLst/>
            <a:ahLst/>
            <a:cxnLst/>
            <a:rect l="l" t="t" r="r" b="b"/>
            <a:pathLst>
              <a:path w="5599019" h="1969687">
                <a:moveTo>
                  <a:pt x="36476" y="0"/>
                </a:moveTo>
                <a:lnTo>
                  <a:pt x="5453124" y="0"/>
                </a:lnTo>
                <a:cubicBezTo>
                  <a:pt x="5533699" y="0"/>
                  <a:pt x="5599019" y="65319"/>
                  <a:pt x="5599019" y="145895"/>
                </a:cubicBezTo>
                <a:lnTo>
                  <a:pt x="5599019" y="1823793"/>
                </a:lnTo>
                <a:cubicBezTo>
                  <a:pt x="5599019" y="1904368"/>
                  <a:pt x="5533699" y="1969687"/>
                  <a:pt x="5453124" y="1969687"/>
                </a:cubicBezTo>
                <a:lnTo>
                  <a:pt x="36476" y="1969687"/>
                </a:lnTo>
                <a:cubicBezTo>
                  <a:pt x="16331" y="1969687"/>
                  <a:pt x="0" y="1953357"/>
                  <a:pt x="0" y="1933212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53" name="Shape 51"/>
          <p:cNvSpPr/>
          <p:nvPr/>
        </p:nvSpPr>
        <p:spPr>
          <a:xfrm>
            <a:off x="6223095" y="4887402"/>
            <a:ext cx="36476" cy="1969687"/>
          </a:xfrm>
          <a:custGeom>
            <a:avLst/>
            <a:gdLst/>
            <a:ahLst/>
            <a:cxnLst/>
            <a:rect l="l" t="t" r="r" b="b"/>
            <a:pathLst>
              <a:path w="36476" h="1969687">
                <a:moveTo>
                  <a:pt x="36476" y="0"/>
                </a:moveTo>
                <a:lnTo>
                  <a:pt x="36476" y="0"/>
                </a:lnTo>
                <a:lnTo>
                  <a:pt x="36476" y="1969687"/>
                </a:lnTo>
                <a:lnTo>
                  <a:pt x="36476" y="1969687"/>
                </a:lnTo>
                <a:cubicBezTo>
                  <a:pt x="16331" y="1969687"/>
                  <a:pt x="0" y="1953357"/>
                  <a:pt x="0" y="1933212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54" name="Shape 52"/>
          <p:cNvSpPr/>
          <p:nvPr/>
        </p:nvSpPr>
        <p:spPr>
          <a:xfrm>
            <a:off x="6460187" y="5106256"/>
            <a:ext cx="583611" cy="583611"/>
          </a:xfrm>
          <a:custGeom>
            <a:avLst/>
            <a:gdLst/>
            <a:ahLst/>
            <a:cxnLst/>
            <a:rect l="l" t="t" r="r" b="b"/>
            <a:pathLst>
              <a:path w="583611" h="583611">
                <a:moveTo>
                  <a:pt x="145903" y="0"/>
                </a:moveTo>
                <a:lnTo>
                  <a:pt x="437708" y="0"/>
                </a:lnTo>
                <a:cubicBezTo>
                  <a:pt x="518288" y="0"/>
                  <a:pt x="583611" y="65323"/>
                  <a:pt x="583611" y="145903"/>
                </a:cubicBezTo>
                <a:lnTo>
                  <a:pt x="583611" y="437708"/>
                </a:lnTo>
                <a:cubicBezTo>
                  <a:pt x="583611" y="518288"/>
                  <a:pt x="518288" y="583611"/>
                  <a:pt x="437708" y="583611"/>
                </a:cubicBezTo>
                <a:lnTo>
                  <a:pt x="145903" y="583611"/>
                </a:lnTo>
                <a:cubicBezTo>
                  <a:pt x="65323" y="583611"/>
                  <a:pt x="0" y="518288"/>
                  <a:pt x="0" y="437708"/>
                </a:cubicBezTo>
                <a:lnTo>
                  <a:pt x="0" y="145903"/>
                </a:lnTo>
                <a:cubicBezTo>
                  <a:pt x="0" y="65323"/>
                  <a:pt x="65323" y="0"/>
                  <a:pt x="145903" y="0"/>
                </a:cubicBezTo>
                <a:close/>
              </a:path>
            </a:pathLst>
          </a:custGeom>
          <a:solidFill>
            <a:srgbClr val="F97316"/>
          </a:soli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617488" y="5261278"/>
            <a:ext cx="273568" cy="273568"/>
          </a:xfrm>
          <a:custGeom>
            <a:avLst/>
            <a:gdLst/>
            <a:ahLst/>
            <a:cxnLst/>
            <a:rect l="l" t="t" r="r" b="b"/>
            <a:pathLst>
              <a:path w="273568" h="273568">
                <a:moveTo>
                  <a:pt x="188024" y="149607"/>
                </a:moveTo>
                <a:lnTo>
                  <a:pt x="86024" y="149607"/>
                </a:lnTo>
                <a:cubicBezTo>
                  <a:pt x="87574" y="184070"/>
                  <a:pt x="95214" y="215809"/>
                  <a:pt x="106061" y="239051"/>
                </a:cubicBezTo>
                <a:cubicBezTo>
                  <a:pt x="112152" y="252142"/>
                  <a:pt x="118724" y="261385"/>
                  <a:pt x="124815" y="267049"/>
                </a:cubicBezTo>
                <a:cubicBezTo>
                  <a:pt x="130800" y="272659"/>
                  <a:pt x="134914" y="273568"/>
                  <a:pt x="137051" y="273568"/>
                </a:cubicBezTo>
                <a:cubicBezTo>
                  <a:pt x="139188" y="273568"/>
                  <a:pt x="143302" y="272659"/>
                  <a:pt x="149287" y="267049"/>
                </a:cubicBezTo>
                <a:cubicBezTo>
                  <a:pt x="155378" y="261385"/>
                  <a:pt x="161950" y="252088"/>
                  <a:pt x="168041" y="239051"/>
                </a:cubicBezTo>
                <a:cubicBezTo>
                  <a:pt x="178888" y="215809"/>
                  <a:pt x="186528" y="184070"/>
                  <a:pt x="188078" y="149607"/>
                </a:cubicBezTo>
                <a:close/>
                <a:moveTo>
                  <a:pt x="85971" y="123960"/>
                </a:moveTo>
                <a:lnTo>
                  <a:pt x="187971" y="123960"/>
                </a:lnTo>
                <a:cubicBezTo>
                  <a:pt x="186475" y="89497"/>
                  <a:pt x="178834" y="57759"/>
                  <a:pt x="167988" y="34517"/>
                </a:cubicBezTo>
                <a:cubicBezTo>
                  <a:pt x="161897" y="21479"/>
                  <a:pt x="155324" y="12182"/>
                  <a:pt x="149233" y="6519"/>
                </a:cubicBezTo>
                <a:cubicBezTo>
                  <a:pt x="143249" y="908"/>
                  <a:pt x="139135" y="0"/>
                  <a:pt x="136998" y="0"/>
                </a:cubicBezTo>
                <a:cubicBezTo>
                  <a:pt x="134860" y="0"/>
                  <a:pt x="130746" y="908"/>
                  <a:pt x="124762" y="6519"/>
                </a:cubicBezTo>
                <a:cubicBezTo>
                  <a:pt x="118671" y="12182"/>
                  <a:pt x="112099" y="21479"/>
                  <a:pt x="106007" y="34517"/>
                </a:cubicBezTo>
                <a:cubicBezTo>
                  <a:pt x="95161" y="57759"/>
                  <a:pt x="87520" y="89497"/>
                  <a:pt x="85971" y="123960"/>
                </a:cubicBezTo>
                <a:close/>
                <a:moveTo>
                  <a:pt x="60324" y="123960"/>
                </a:moveTo>
                <a:cubicBezTo>
                  <a:pt x="62194" y="78223"/>
                  <a:pt x="74002" y="35745"/>
                  <a:pt x="91260" y="7854"/>
                </a:cubicBezTo>
                <a:cubicBezTo>
                  <a:pt x="42050" y="25273"/>
                  <a:pt x="5824" y="70102"/>
                  <a:pt x="801" y="123960"/>
                </a:cubicBezTo>
                <a:lnTo>
                  <a:pt x="60324" y="123960"/>
                </a:lnTo>
                <a:close/>
                <a:moveTo>
                  <a:pt x="801" y="149607"/>
                </a:moveTo>
                <a:cubicBezTo>
                  <a:pt x="5824" y="203466"/>
                  <a:pt x="42050" y="248295"/>
                  <a:pt x="91260" y="265713"/>
                </a:cubicBezTo>
                <a:cubicBezTo>
                  <a:pt x="74002" y="237822"/>
                  <a:pt x="62194" y="195344"/>
                  <a:pt x="60324" y="149607"/>
                </a:cubicBezTo>
                <a:lnTo>
                  <a:pt x="801" y="149607"/>
                </a:lnTo>
                <a:close/>
                <a:moveTo>
                  <a:pt x="213671" y="149607"/>
                </a:moveTo>
                <a:cubicBezTo>
                  <a:pt x="211801" y="195344"/>
                  <a:pt x="199993" y="237822"/>
                  <a:pt x="182735" y="265713"/>
                </a:cubicBezTo>
                <a:cubicBezTo>
                  <a:pt x="231945" y="248241"/>
                  <a:pt x="268171" y="203466"/>
                  <a:pt x="273194" y="149607"/>
                </a:cubicBezTo>
                <a:lnTo>
                  <a:pt x="213671" y="149607"/>
                </a:lnTo>
                <a:close/>
                <a:moveTo>
                  <a:pt x="273194" y="123960"/>
                </a:moveTo>
                <a:cubicBezTo>
                  <a:pt x="268171" y="70102"/>
                  <a:pt x="231945" y="25273"/>
                  <a:pt x="182735" y="7854"/>
                </a:cubicBezTo>
                <a:cubicBezTo>
                  <a:pt x="199993" y="35745"/>
                  <a:pt x="211801" y="78223"/>
                  <a:pt x="213671" y="123960"/>
                </a:cubicBezTo>
                <a:lnTo>
                  <a:pt x="273194" y="123960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56" name="Text 54"/>
          <p:cNvSpPr/>
          <p:nvPr/>
        </p:nvSpPr>
        <p:spPr>
          <a:xfrm>
            <a:off x="7189701" y="5233921"/>
            <a:ext cx="1933212" cy="328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54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Web Interface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492103" y="5872246"/>
            <a:ext cx="2484907" cy="765990"/>
          </a:xfrm>
          <a:custGeom>
            <a:avLst/>
            <a:gdLst/>
            <a:ahLst/>
            <a:cxnLst/>
            <a:rect l="l" t="t" r="r" b="b"/>
            <a:pathLst>
              <a:path w="2484907" h="765990">
                <a:moveTo>
                  <a:pt x="165664" y="0"/>
                </a:moveTo>
                <a:lnTo>
                  <a:pt x="2319243" y="0"/>
                </a:lnTo>
                <a:cubicBezTo>
                  <a:pt x="2410675" y="0"/>
                  <a:pt x="2484907" y="49034"/>
                  <a:pt x="2484907" y="109429"/>
                </a:cubicBezTo>
                <a:lnTo>
                  <a:pt x="2484907" y="656560"/>
                </a:lnTo>
                <a:cubicBezTo>
                  <a:pt x="2484907" y="716956"/>
                  <a:pt x="2410675" y="765990"/>
                  <a:pt x="2319243" y="765990"/>
                </a:cubicBezTo>
                <a:lnTo>
                  <a:pt x="165664" y="765990"/>
                </a:lnTo>
                <a:cubicBezTo>
                  <a:pt x="74231" y="765990"/>
                  <a:pt x="0" y="716956"/>
                  <a:pt x="0" y="656560"/>
                </a:cubicBezTo>
                <a:lnTo>
                  <a:pt x="0" y="109429"/>
                </a:lnTo>
                <a:cubicBezTo>
                  <a:pt x="0" y="49034"/>
                  <a:pt x="74231" y="0"/>
                  <a:pt x="165664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58" name="Shape 56"/>
          <p:cNvSpPr/>
          <p:nvPr/>
        </p:nvSpPr>
        <p:spPr>
          <a:xfrm>
            <a:off x="7618290" y="6018149"/>
            <a:ext cx="218854" cy="218854"/>
          </a:xfrm>
          <a:custGeom>
            <a:avLst/>
            <a:gdLst/>
            <a:ahLst/>
            <a:cxnLst/>
            <a:rect l="l" t="t" r="r" b="b"/>
            <a:pathLst>
              <a:path w="218854" h="218854">
                <a:moveTo>
                  <a:pt x="0" y="41035"/>
                </a:moveTo>
                <a:cubicBezTo>
                  <a:pt x="0" y="33469"/>
                  <a:pt x="6113" y="27357"/>
                  <a:pt x="13678" y="27357"/>
                </a:cubicBezTo>
                <a:lnTo>
                  <a:pt x="177819" y="27357"/>
                </a:lnTo>
                <a:cubicBezTo>
                  <a:pt x="185385" y="27357"/>
                  <a:pt x="191497" y="33469"/>
                  <a:pt x="191497" y="41035"/>
                </a:cubicBezTo>
                <a:cubicBezTo>
                  <a:pt x="191497" y="48601"/>
                  <a:pt x="185385" y="54714"/>
                  <a:pt x="177819" y="54714"/>
                </a:cubicBezTo>
                <a:lnTo>
                  <a:pt x="13678" y="54714"/>
                </a:lnTo>
                <a:cubicBezTo>
                  <a:pt x="6113" y="54714"/>
                  <a:pt x="0" y="48601"/>
                  <a:pt x="0" y="41035"/>
                </a:cubicBezTo>
                <a:close/>
                <a:moveTo>
                  <a:pt x="27357" y="109427"/>
                </a:moveTo>
                <a:cubicBezTo>
                  <a:pt x="27357" y="101861"/>
                  <a:pt x="33469" y="95749"/>
                  <a:pt x="41035" y="95749"/>
                </a:cubicBezTo>
                <a:lnTo>
                  <a:pt x="205176" y="95749"/>
                </a:lnTo>
                <a:cubicBezTo>
                  <a:pt x="212742" y="95749"/>
                  <a:pt x="218854" y="101861"/>
                  <a:pt x="218854" y="109427"/>
                </a:cubicBezTo>
                <a:cubicBezTo>
                  <a:pt x="218854" y="116993"/>
                  <a:pt x="212742" y="123105"/>
                  <a:pt x="205176" y="123105"/>
                </a:cubicBezTo>
                <a:lnTo>
                  <a:pt x="41035" y="123105"/>
                </a:lnTo>
                <a:cubicBezTo>
                  <a:pt x="33469" y="123105"/>
                  <a:pt x="27357" y="116993"/>
                  <a:pt x="27357" y="109427"/>
                </a:cubicBezTo>
                <a:close/>
                <a:moveTo>
                  <a:pt x="191497" y="177819"/>
                </a:moveTo>
                <a:cubicBezTo>
                  <a:pt x="191497" y="185385"/>
                  <a:pt x="185385" y="191497"/>
                  <a:pt x="177819" y="191497"/>
                </a:cubicBezTo>
                <a:lnTo>
                  <a:pt x="13678" y="191497"/>
                </a:lnTo>
                <a:cubicBezTo>
                  <a:pt x="6113" y="191497"/>
                  <a:pt x="0" y="185385"/>
                  <a:pt x="0" y="177819"/>
                </a:cubicBezTo>
                <a:cubicBezTo>
                  <a:pt x="0" y="170253"/>
                  <a:pt x="6113" y="164141"/>
                  <a:pt x="13678" y="164141"/>
                </a:cubicBezTo>
                <a:lnTo>
                  <a:pt x="177819" y="164141"/>
                </a:lnTo>
                <a:cubicBezTo>
                  <a:pt x="185385" y="164141"/>
                  <a:pt x="191497" y="170253"/>
                  <a:pt x="191497" y="177819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59" name="Text 57"/>
          <p:cNvSpPr/>
          <p:nvPr/>
        </p:nvSpPr>
        <p:spPr>
          <a:xfrm>
            <a:off x="7043798" y="6309954"/>
            <a:ext cx="1413433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5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Streamlit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9088489" y="5872246"/>
            <a:ext cx="2517507" cy="765990"/>
          </a:xfrm>
          <a:custGeom>
            <a:avLst/>
            <a:gdLst/>
            <a:ahLst/>
            <a:cxnLst/>
            <a:rect l="l" t="t" r="r" b="b"/>
            <a:pathLst>
              <a:path w="2517507" h="765990">
                <a:moveTo>
                  <a:pt x="167837" y="0"/>
                </a:moveTo>
                <a:lnTo>
                  <a:pt x="2349670" y="0"/>
                </a:lnTo>
                <a:cubicBezTo>
                  <a:pt x="2442301" y="0"/>
                  <a:pt x="2517507" y="49034"/>
                  <a:pt x="2517507" y="109429"/>
                </a:cubicBezTo>
                <a:lnTo>
                  <a:pt x="2517507" y="656560"/>
                </a:lnTo>
                <a:cubicBezTo>
                  <a:pt x="2517507" y="716956"/>
                  <a:pt x="2442301" y="765990"/>
                  <a:pt x="2349670" y="765990"/>
                </a:cubicBezTo>
                <a:lnTo>
                  <a:pt x="167837" y="765990"/>
                </a:lnTo>
                <a:cubicBezTo>
                  <a:pt x="75205" y="765990"/>
                  <a:pt x="0" y="716956"/>
                  <a:pt x="0" y="656560"/>
                </a:cubicBezTo>
                <a:lnTo>
                  <a:pt x="0" y="109429"/>
                </a:lnTo>
                <a:cubicBezTo>
                  <a:pt x="0" y="49034"/>
                  <a:pt x="75205" y="0"/>
                  <a:pt x="167837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61" name="Shape 59"/>
          <p:cNvSpPr/>
          <p:nvPr/>
        </p:nvSpPr>
        <p:spPr>
          <a:xfrm>
            <a:off x="10182760" y="6036386"/>
            <a:ext cx="164141" cy="218854"/>
          </a:xfrm>
          <a:custGeom>
            <a:avLst/>
            <a:gdLst/>
            <a:ahLst/>
            <a:cxnLst/>
            <a:rect l="l" t="t" r="r" b="b"/>
            <a:pathLst>
              <a:path w="164141" h="218854">
                <a:moveTo>
                  <a:pt x="0" y="13678"/>
                </a:moveTo>
                <a:lnTo>
                  <a:pt x="14918" y="182863"/>
                </a:lnTo>
                <a:lnTo>
                  <a:pt x="81857" y="205176"/>
                </a:lnTo>
                <a:lnTo>
                  <a:pt x="149223" y="182863"/>
                </a:lnTo>
                <a:lnTo>
                  <a:pt x="164141" y="13678"/>
                </a:lnTo>
                <a:lnTo>
                  <a:pt x="0" y="13678"/>
                </a:lnTo>
                <a:close/>
                <a:moveTo>
                  <a:pt x="131740" y="68349"/>
                </a:moveTo>
                <a:lnTo>
                  <a:pt x="53175" y="68349"/>
                </a:lnTo>
                <a:lnTo>
                  <a:pt x="54927" y="89465"/>
                </a:lnTo>
                <a:lnTo>
                  <a:pt x="129987" y="89465"/>
                </a:lnTo>
                <a:lnTo>
                  <a:pt x="124174" y="152899"/>
                </a:lnTo>
                <a:lnTo>
                  <a:pt x="82327" y="164440"/>
                </a:lnTo>
                <a:lnTo>
                  <a:pt x="82327" y="164568"/>
                </a:lnTo>
                <a:lnTo>
                  <a:pt x="81857" y="164568"/>
                </a:lnTo>
                <a:lnTo>
                  <a:pt x="39667" y="152899"/>
                </a:lnTo>
                <a:lnTo>
                  <a:pt x="37103" y="120498"/>
                </a:lnTo>
                <a:lnTo>
                  <a:pt x="57492" y="120498"/>
                </a:lnTo>
                <a:lnTo>
                  <a:pt x="58988" y="136784"/>
                </a:lnTo>
                <a:lnTo>
                  <a:pt x="81857" y="142982"/>
                </a:lnTo>
                <a:lnTo>
                  <a:pt x="104811" y="136784"/>
                </a:lnTo>
                <a:lnTo>
                  <a:pt x="107375" y="110196"/>
                </a:lnTo>
                <a:lnTo>
                  <a:pt x="36034" y="110196"/>
                </a:lnTo>
                <a:lnTo>
                  <a:pt x="30563" y="47960"/>
                </a:lnTo>
                <a:lnTo>
                  <a:pt x="133621" y="47960"/>
                </a:lnTo>
                <a:lnTo>
                  <a:pt x="131740" y="68349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62" name="Text 60"/>
          <p:cNvSpPr/>
          <p:nvPr/>
        </p:nvSpPr>
        <p:spPr>
          <a:xfrm>
            <a:off x="9640184" y="6309954"/>
            <a:ext cx="1413433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5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HTML/CSS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7537" y="464798"/>
            <a:ext cx="71507" cy="429044"/>
          </a:xfrm>
          <a:custGeom>
            <a:avLst/>
            <a:gdLst/>
            <a:ahLst/>
            <a:cxnLst/>
            <a:rect l="l" t="t" r="r" b="b"/>
            <a:pathLst>
              <a:path w="71507" h="429044">
                <a:moveTo>
                  <a:pt x="35754" y="0"/>
                </a:moveTo>
                <a:lnTo>
                  <a:pt x="35754" y="0"/>
                </a:lnTo>
                <a:cubicBezTo>
                  <a:pt x="55500" y="0"/>
                  <a:pt x="71507" y="16007"/>
                  <a:pt x="71507" y="35754"/>
                </a:cubicBezTo>
                <a:lnTo>
                  <a:pt x="71507" y="393290"/>
                </a:lnTo>
                <a:cubicBezTo>
                  <a:pt x="71507" y="413037"/>
                  <a:pt x="55500" y="429044"/>
                  <a:pt x="35754" y="429044"/>
                </a:cubicBezTo>
                <a:lnTo>
                  <a:pt x="35754" y="429044"/>
                </a:lnTo>
                <a:cubicBezTo>
                  <a:pt x="16007" y="429044"/>
                  <a:pt x="0" y="413037"/>
                  <a:pt x="0" y="393290"/>
                </a:cubicBezTo>
                <a:lnTo>
                  <a:pt x="0" y="35754"/>
                </a:lnTo>
                <a:cubicBezTo>
                  <a:pt x="0" y="16007"/>
                  <a:pt x="16007" y="0"/>
                  <a:pt x="35754" y="0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536305" y="357537"/>
            <a:ext cx="4102733" cy="214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6" b="1" kern="0" spc="56" dirty="0">
                <a:solidFill>
                  <a:srgbClr val="F9731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05 / Data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6305" y="572059"/>
            <a:ext cx="4245748" cy="429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78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Dataset Description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4687" y="1294283"/>
            <a:ext cx="4447756" cy="2928225"/>
          </a:xfrm>
          <a:custGeom>
            <a:avLst/>
            <a:gdLst/>
            <a:ahLst/>
            <a:cxnLst/>
            <a:rect l="l" t="t" r="r" b="b"/>
            <a:pathLst>
              <a:path w="4447756" h="2928225">
                <a:moveTo>
                  <a:pt x="143015" y="0"/>
                </a:moveTo>
                <a:lnTo>
                  <a:pt x="4304741" y="0"/>
                </a:lnTo>
                <a:cubicBezTo>
                  <a:pt x="4383726" y="0"/>
                  <a:pt x="4447756" y="64030"/>
                  <a:pt x="4447756" y="143015"/>
                </a:cubicBezTo>
                <a:lnTo>
                  <a:pt x="4447756" y="2785211"/>
                </a:lnTo>
                <a:cubicBezTo>
                  <a:pt x="4447756" y="2864195"/>
                  <a:pt x="4383726" y="2928225"/>
                  <a:pt x="4304741" y="2928225"/>
                </a:cubicBezTo>
                <a:lnTo>
                  <a:pt x="143015" y="2928225"/>
                </a:lnTo>
                <a:cubicBezTo>
                  <a:pt x="64030" y="2928225"/>
                  <a:pt x="0" y="2864195"/>
                  <a:pt x="0" y="2785211"/>
                </a:cubicBezTo>
                <a:lnTo>
                  <a:pt x="0" y="143015"/>
                </a:lnTo>
                <a:cubicBezTo>
                  <a:pt x="0" y="64030"/>
                  <a:pt x="64030" y="0"/>
                  <a:pt x="143015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30000"/>
                </a:srgbClr>
              </a:gs>
              <a:gs pos="100000">
                <a:srgbClr val="F97316">
                  <a:alpha val="30000"/>
                </a:srgbClr>
              </a:gs>
            </a:gsLst>
            <a:lin ang="2700000" scaled="1"/>
          </a:gradFill>
          <a:ln w="2032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6360" y="1515956"/>
            <a:ext cx="572059" cy="572059"/>
          </a:xfrm>
          <a:custGeom>
            <a:avLst/>
            <a:gdLst/>
            <a:ahLst/>
            <a:cxnLst/>
            <a:rect l="l" t="t" r="r" b="b"/>
            <a:pathLst>
              <a:path w="572059" h="572059">
                <a:moveTo>
                  <a:pt x="143015" y="0"/>
                </a:moveTo>
                <a:lnTo>
                  <a:pt x="429044" y="0"/>
                </a:lnTo>
                <a:cubicBezTo>
                  <a:pt x="508029" y="0"/>
                  <a:pt x="572059" y="64030"/>
                  <a:pt x="572059" y="143015"/>
                </a:cubicBezTo>
                <a:lnTo>
                  <a:pt x="572059" y="429044"/>
                </a:lnTo>
                <a:cubicBezTo>
                  <a:pt x="572059" y="508029"/>
                  <a:pt x="508029" y="572059"/>
                  <a:pt x="429044" y="572059"/>
                </a:cubicBezTo>
                <a:lnTo>
                  <a:pt x="143015" y="572059"/>
                </a:lnTo>
                <a:cubicBezTo>
                  <a:pt x="64030" y="572059"/>
                  <a:pt x="0" y="508029"/>
                  <a:pt x="0" y="429044"/>
                </a:cubicBezTo>
                <a:lnTo>
                  <a:pt x="0" y="143015"/>
                </a:lnTo>
                <a:cubicBezTo>
                  <a:pt x="0" y="64030"/>
                  <a:pt x="64030" y="0"/>
                  <a:pt x="143015" y="0"/>
                </a:cubicBezTo>
                <a:close/>
              </a:path>
            </a:pathLst>
          </a:custGeom>
          <a:solidFill>
            <a:srgbClr val="3B82F6"/>
          </a:soli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7307" y="1667909"/>
            <a:ext cx="234633" cy="268152"/>
          </a:xfrm>
          <a:custGeom>
            <a:avLst/>
            <a:gdLst/>
            <a:ahLst/>
            <a:cxnLst/>
            <a:rect l="l" t="t" r="r" b="b"/>
            <a:pathLst>
              <a:path w="234633" h="268152">
                <a:moveTo>
                  <a:pt x="234633" y="107785"/>
                </a:moveTo>
                <a:cubicBezTo>
                  <a:pt x="226882" y="112917"/>
                  <a:pt x="217979" y="117055"/>
                  <a:pt x="208709" y="120354"/>
                </a:cubicBezTo>
                <a:cubicBezTo>
                  <a:pt x="184093" y="129153"/>
                  <a:pt x="151779" y="134076"/>
                  <a:pt x="117317" y="134076"/>
                </a:cubicBezTo>
                <a:cubicBezTo>
                  <a:pt x="82855" y="134076"/>
                  <a:pt x="50488" y="129101"/>
                  <a:pt x="25925" y="120354"/>
                </a:cubicBezTo>
                <a:cubicBezTo>
                  <a:pt x="16707" y="117055"/>
                  <a:pt x="7751" y="112917"/>
                  <a:pt x="0" y="107785"/>
                </a:cubicBezTo>
                <a:lnTo>
                  <a:pt x="0" y="150836"/>
                </a:lnTo>
                <a:cubicBezTo>
                  <a:pt x="0" y="173985"/>
                  <a:pt x="52531" y="192735"/>
                  <a:pt x="117317" y="192735"/>
                </a:cubicBezTo>
                <a:cubicBezTo>
                  <a:pt x="182103" y="192735"/>
                  <a:pt x="234633" y="173985"/>
                  <a:pt x="234633" y="150836"/>
                </a:cubicBezTo>
                <a:lnTo>
                  <a:pt x="234633" y="107785"/>
                </a:lnTo>
                <a:close/>
                <a:moveTo>
                  <a:pt x="234633" y="67038"/>
                </a:moveTo>
                <a:lnTo>
                  <a:pt x="234633" y="41899"/>
                </a:lnTo>
                <a:cubicBezTo>
                  <a:pt x="234633" y="18750"/>
                  <a:pt x="182103" y="0"/>
                  <a:pt x="117317" y="0"/>
                </a:cubicBezTo>
                <a:cubicBezTo>
                  <a:pt x="52531" y="0"/>
                  <a:pt x="0" y="18750"/>
                  <a:pt x="0" y="41899"/>
                </a:cubicBezTo>
                <a:lnTo>
                  <a:pt x="0" y="67038"/>
                </a:lnTo>
                <a:cubicBezTo>
                  <a:pt x="0" y="90187"/>
                  <a:pt x="52531" y="108937"/>
                  <a:pt x="117317" y="108937"/>
                </a:cubicBezTo>
                <a:cubicBezTo>
                  <a:pt x="182103" y="108937"/>
                  <a:pt x="234633" y="90187"/>
                  <a:pt x="234633" y="67038"/>
                </a:cubicBezTo>
                <a:close/>
                <a:moveTo>
                  <a:pt x="208709" y="204152"/>
                </a:moveTo>
                <a:cubicBezTo>
                  <a:pt x="184145" y="212898"/>
                  <a:pt x="151831" y="217874"/>
                  <a:pt x="117317" y="217874"/>
                </a:cubicBezTo>
                <a:cubicBezTo>
                  <a:pt x="82803" y="217874"/>
                  <a:pt x="50488" y="212898"/>
                  <a:pt x="25925" y="204152"/>
                </a:cubicBezTo>
                <a:cubicBezTo>
                  <a:pt x="16707" y="200853"/>
                  <a:pt x="7751" y="196715"/>
                  <a:pt x="0" y="191582"/>
                </a:cubicBezTo>
                <a:lnTo>
                  <a:pt x="0" y="226254"/>
                </a:lnTo>
                <a:cubicBezTo>
                  <a:pt x="0" y="249403"/>
                  <a:pt x="52531" y="268152"/>
                  <a:pt x="117317" y="268152"/>
                </a:cubicBezTo>
                <a:cubicBezTo>
                  <a:pt x="182103" y="268152"/>
                  <a:pt x="234633" y="249403"/>
                  <a:pt x="234633" y="226254"/>
                </a:cubicBezTo>
                <a:lnTo>
                  <a:pt x="234633" y="191582"/>
                </a:lnTo>
                <a:cubicBezTo>
                  <a:pt x="226882" y="196715"/>
                  <a:pt x="217979" y="200853"/>
                  <a:pt x="208709" y="204152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8" name="Text 6"/>
          <p:cNvSpPr/>
          <p:nvPr/>
        </p:nvSpPr>
        <p:spPr>
          <a:xfrm>
            <a:off x="1301433" y="1641094"/>
            <a:ext cx="2368680" cy="321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11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Dataset Overview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6360" y="2266783"/>
            <a:ext cx="4075918" cy="697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6" dirty="0">
                <a:solidFill>
                  <a:srgbClr val="F8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Comprehensive IPL historical match dataset spanning multiple seasons, containing detailed match statistics and ball-by-ball data for training the prediction model.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6360" y="3142748"/>
            <a:ext cx="1930698" cy="858088"/>
          </a:xfrm>
          <a:custGeom>
            <a:avLst/>
            <a:gdLst/>
            <a:ahLst/>
            <a:cxnLst/>
            <a:rect l="l" t="t" r="r" b="b"/>
            <a:pathLst>
              <a:path w="1930698" h="858088">
                <a:moveTo>
                  <a:pt x="107261" y="0"/>
                </a:moveTo>
                <a:lnTo>
                  <a:pt x="1823437" y="0"/>
                </a:lnTo>
                <a:cubicBezTo>
                  <a:pt x="1882676" y="0"/>
                  <a:pt x="1930698" y="48022"/>
                  <a:pt x="1930698" y="107261"/>
                </a:cubicBezTo>
                <a:lnTo>
                  <a:pt x="1930698" y="750827"/>
                </a:lnTo>
                <a:cubicBezTo>
                  <a:pt x="1930698" y="810066"/>
                  <a:pt x="1882676" y="858088"/>
                  <a:pt x="1823437" y="858088"/>
                </a:cubicBezTo>
                <a:lnTo>
                  <a:pt x="107261" y="858088"/>
                </a:lnTo>
                <a:cubicBezTo>
                  <a:pt x="48062" y="858088"/>
                  <a:pt x="0" y="810026"/>
                  <a:pt x="0" y="750827"/>
                </a:cubicBezTo>
                <a:lnTo>
                  <a:pt x="0" y="107261"/>
                </a:lnTo>
                <a:cubicBezTo>
                  <a:pt x="0" y="48062"/>
                  <a:pt x="48062" y="0"/>
                  <a:pt x="107261" y="0"/>
                </a:cubicBezTo>
                <a:close/>
              </a:path>
            </a:pathLst>
          </a:custGeom>
          <a:solidFill>
            <a:srgbClr val="0F172A">
              <a:alpha val="70196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8929" y="3285763"/>
            <a:ext cx="1805560" cy="357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534" b="1" dirty="0">
                <a:solidFill>
                  <a:srgbClr val="3B82F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900+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8090" y="3679053"/>
            <a:ext cx="1707238" cy="17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5" dirty="0">
                <a:solidFill>
                  <a:srgbClr val="F8FAFC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Matches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659179" y="3142748"/>
            <a:ext cx="1930698" cy="858088"/>
          </a:xfrm>
          <a:custGeom>
            <a:avLst/>
            <a:gdLst/>
            <a:ahLst/>
            <a:cxnLst/>
            <a:rect l="l" t="t" r="r" b="b"/>
            <a:pathLst>
              <a:path w="1930698" h="858088">
                <a:moveTo>
                  <a:pt x="107261" y="0"/>
                </a:moveTo>
                <a:lnTo>
                  <a:pt x="1823437" y="0"/>
                </a:lnTo>
                <a:cubicBezTo>
                  <a:pt x="1882676" y="0"/>
                  <a:pt x="1930698" y="48022"/>
                  <a:pt x="1930698" y="107261"/>
                </a:cubicBezTo>
                <a:lnTo>
                  <a:pt x="1930698" y="750827"/>
                </a:lnTo>
                <a:cubicBezTo>
                  <a:pt x="1930698" y="810066"/>
                  <a:pt x="1882676" y="858088"/>
                  <a:pt x="1823437" y="858088"/>
                </a:cubicBezTo>
                <a:lnTo>
                  <a:pt x="107261" y="858088"/>
                </a:lnTo>
                <a:cubicBezTo>
                  <a:pt x="48062" y="858088"/>
                  <a:pt x="0" y="810026"/>
                  <a:pt x="0" y="750827"/>
                </a:cubicBezTo>
                <a:lnTo>
                  <a:pt x="0" y="107261"/>
                </a:lnTo>
                <a:cubicBezTo>
                  <a:pt x="0" y="48062"/>
                  <a:pt x="48062" y="0"/>
                  <a:pt x="107261" y="0"/>
                </a:cubicBezTo>
                <a:close/>
              </a:path>
            </a:pathLst>
          </a:custGeom>
          <a:solidFill>
            <a:srgbClr val="0F172A">
              <a:alpha val="70196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721748" y="3285763"/>
            <a:ext cx="1805560" cy="357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534" b="1" dirty="0">
                <a:solidFill>
                  <a:srgbClr val="F9731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15+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770909" y="3679053"/>
            <a:ext cx="1707238" cy="17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5" dirty="0">
                <a:solidFill>
                  <a:srgbClr val="F8FAFC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Seasons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1112" y="4412004"/>
            <a:ext cx="4449544" cy="2438400"/>
          </a:xfrm>
          <a:custGeom>
            <a:avLst/>
            <a:gdLst/>
            <a:ahLst/>
            <a:cxnLst/>
            <a:rect l="l" t="t" r="r" b="b"/>
            <a:pathLst>
              <a:path w="4449544" h="2438400">
                <a:moveTo>
                  <a:pt x="143012" y="0"/>
                </a:moveTo>
                <a:lnTo>
                  <a:pt x="4306532" y="0"/>
                </a:lnTo>
                <a:cubicBezTo>
                  <a:pt x="4385515" y="0"/>
                  <a:pt x="4449544" y="64029"/>
                  <a:pt x="4449544" y="143012"/>
                </a:cubicBezTo>
                <a:lnTo>
                  <a:pt x="4449544" y="2295388"/>
                </a:lnTo>
                <a:cubicBezTo>
                  <a:pt x="4449544" y="2374371"/>
                  <a:pt x="4385515" y="2438400"/>
                  <a:pt x="4306532" y="2438400"/>
                </a:cubicBezTo>
                <a:lnTo>
                  <a:pt x="143012" y="2438400"/>
                </a:lnTo>
                <a:cubicBezTo>
                  <a:pt x="64029" y="2438400"/>
                  <a:pt x="0" y="2374371"/>
                  <a:pt x="0" y="2295388"/>
                </a:cubicBezTo>
                <a:lnTo>
                  <a:pt x="0" y="143012"/>
                </a:lnTo>
                <a:cubicBezTo>
                  <a:pt x="0" y="64029"/>
                  <a:pt x="64029" y="0"/>
                  <a:pt x="143012" y="0"/>
                </a:cubicBezTo>
                <a:close/>
              </a:path>
            </a:pathLst>
          </a:custGeom>
          <a:solidFill>
            <a:srgbClr val="1E293B"/>
          </a:solidFill>
          <a:ln w="10160">
            <a:solidFill>
              <a:srgbClr val="F97316">
                <a:alpha val="3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1555" y="4665853"/>
            <a:ext cx="178768" cy="178768"/>
          </a:xfrm>
          <a:custGeom>
            <a:avLst/>
            <a:gdLst/>
            <a:ahLst/>
            <a:cxnLst/>
            <a:rect l="l" t="t" r="r" b="b"/>
            <a:pathLst>
              <a:path w="178768" h="178768">
                <a:moveTo>
                  <a:pt x="11173" y="22346"/>
                </a:moveTo>
                <a:cubicBezTo>
                  <a:pt x="6669" y="22346"/>
                  <a:pt x="2584" y="25069"/>
                  <a:pt x="838" y="29259"/>
                </a:cubicBezTo>
                <a:cubicBezTo>
                  <a:pt x="-908" y="33449"/>
                  <a:pt x="70" y="38233"/>
                  <a:pt x="3282" y="41410"/>
                </a:cubicBezTo>
                <a:lnTo>
                  <a:pt x="67038" y="105201"/>
                </a:lnTo>
                <a:lnTo>
                  <a:pt x="67038" y="145249"/>
                </a:lnTo>
                <a:cubicBezTo>
                  <a:pt x="67038" y="148217"/>
                  <a:pt x="68225" y="151045"/>
                  <a:pt x="70320" y="153140"/>
                </a:cubicBezTo>
                <a:lnTo>
                  <a:pt x="92666" y="175486"/>
                </a:lnTo>
                <a:cubicBezTo>
                  <a:pt x="95878" y="178698"/>
                  <a:pt x="100662" y="179641"/>
                  <a:pt x="104852" y="177895"/>
                </a:cubicBezTo>
                <a:cubicBezTo>
                  <a:pt x="109042" y="176150"/>
                  <a:pt x="111730" y="172099"/>
                  <a:pt x="111730" y="167595"/>
                </a:cubicBezTo>
                <a:lnTo>
                  <a:pt x="111730" y="105201"/>
                </a:lnTo>
                <a:lnTo>
                  <a:pt x="175486" y="41445"/>
                </a:lnTo>
                <a:cubicBezTo>
                  <a:pt x="178698" y="38233"/>
                  <a:pt x="179641" y="33449"/>
                  <a:pt x="177895" y="29259"/>
                </a:cubicBezTo>
                <a:cubicBezTo>
                  <a:pt x="176150" y="25069"/>
                  <a:pt x="172099" y="22346"/>
                  <a:pt x="167595" y="22346"/>
                </a:cubicBezTo>
                <a:lnTo>
                  <a:pt x="11173" y="22346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802670" y="4630100"/>
            <a:ext cx="3879273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8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Data Quality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9209" y="5023390"/>
            <a:ext cx="4013349" cy="464798"/>
          </a:xfrm>
          <a:custGeom>
            <a:avLst/>
            <a:gdLst/>
            <a:ahLst/>
            <a:cxnLst/>
            <a:rect l="l" t="t" r="r" b="b"/>
            <a:pathLst>
              <a:path w="4013349" h="464798">
                <a:moveTo>
                  <a:pt x="71509" y="0"/>
                </a:moveTo>
                <a:lnTo>
                  <a:pt x="3941840" y="0"/>
                </a:lnTo>
                <a:cubicBezTo>
                  <a:pt x="3981333" y="0"/>
                  <a:pt x="4013349" y="32016"/>
                  <a:pt x="4013349" y="71509"/>
                </a:cubicBezTo>
                <a:lnTo>
                  <a:pt x="4013349" y="393289"/>
                </a:lnTo>
                <a:cubicBezTo>
                  <a:pt x="4013349" y="432782"/>
                  <a:pt x="3981333" y="464798"/>
                  <a:pt x="3941840" y="464798"/>
                </a:cubicBezTo>
                <a:lnTo>
                  <a:pt x="71509" y="464798"/>
                </a:lnTo>
                <a:cubicBezTo>
                  <a:pt x="32016" y="464798"/>
                  <a:pt x="0" y="432782"/>
                  <a:pt x="0" y="393289"/>
                </a:cubicBezTo>
                <a:lnTo>
                  <a:pt x="0" y="71509"/>
                </a:lnTo>
                <a:cubicBezTo>
                  <a:pt x="0" y="32042"/>
                  <a:pt x="32042" y="0"/>
                  <a:pt x="71509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0" name="Text 18"/>
          <p:cNvSpPr/>
          <p:nvPr/>
        </p:nvSpPr>
        <p:spPr>
          <a:xfrm>
            <a:off x="686470" y="5148528"/>
            <a:ext cx="983226" cy="214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6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Completeness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131113" y="5130651"/>
            <a:ext cx="446921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8" b="1" dirty="0">
                <a:solidFill>
                  <a:srgbClr val="22C55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98%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9209" y="5595449"/>
            <a:ext cx="4013349" cy="464798"/>
          </a:xfrm>
          <a:custGeom>
            <a:avLst/>
            <a:gdLst/>
            <a:ahLst/>
            <a:cxnLst/>
            <a:rect l="l" t="t" r="r" b="b"/>
            <a:pathLst>
              <a:path w="4013349" h="464798">
                <a:moveTo>
                  <a:pt x="71509" y="0"/>
                </a:moveTo>
                <a:lnTo>
                  <a:pt x="3941840" y="0"/>
                </a:lnTo>
                <a:cubicBezTo>
                  <a:pt x="3981333" y="0"/>
                  <a:pt x="4013349" y="32016"/>
                  <a:pt x="4013349" y="71509"/>
                </a:cubicBezTo>
                <a:lnTo>
                  <a:pt x="4013349" y="393289"/>
                </a:lnTo>
                <a:cubicBezTo>
                  <a:pt x="4013349" y="432782"/>
                  <a:pt x="3981333" y="464798"/>
                  <a:pt x="3941840" y="464798"/>
                </a:cubicBezTo>
                <a:lnTo>
                  <a:pt x="71509" y="464798"/>
                </a:lnTo>
                <a:cubicBezTo>
                  <a:pt x="32016" y="464798"/>
                  <a:pt x="0" y="432782"/>
                  <a:pt x="0" y="393289"/>
                </a:cubicBezTo>
                <a:lnTo>
                  <a:pt x="0" y="71509"/>
                </a:lnTo>
                <a:cubicBezTo>
                  <a:pt x="0" y="32042"/>
                  <a:pt x="32042" y="0"/>
                  <a:pt x="71509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3" name="Text 21"/>
          <p:cNvSpPr/>
          <p:nvPr/>
        </p:nvSpPr>
        <p:spPr>
          <a:xfrm>
            <a:off x="686470" y="5720587"/>
            <a:ext cx="661443" cy="214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6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091784" y="5702710"/>
            <a:ext cx="482674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8" b="1" dirty="0">
                <a:solidFill>
                  <a:srgbClr val="22C55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High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9209" y="6167507"/>
            <a:ext cx="4013349" cy="464798"/>
          </a:xfrm>
          <a:custGeom>
            <a:avLst/>
            <a:gdLst/>
            <a:ahLst/>
            <a:cxnLst/>
            <a:rect l="l" t="t" r="r" b="b"/>
            <a:pathLst>
              <a:path w="4013349" h="464798">
                <a:moveTo>
                  <a:pt x="71509" y="0"/>
                </a:moveTo>
                <a:lnTo>
                  <a:pt x="3941840" y="0"/>
                </a:lnTo>
                <a:cubicBezTo>
                  <a:pt x="3981333" y="0"/>
                  <a:pt x="4013349" y="32016"/>
                  <a:pt x="4013349" y="71509"/>
                </a:cubicBezTo>
                <a:lnTo>
                  <a:pt x="4013349" y="393289"/>
                </a:lnTo>
                <a:cubicBezTo>
                  <a:pt x="4013349" y="432782"/>
                  <a:pt x="3981333" y="464798"/>
                  <a:pt x="3941840" y="464798"/>
                </a:cubicBezTo>
                <a:lnTo>
                  <a:pt x="71509" y="464798"/>
                </a:lnTo>
                <a:cubicBezTo>
                  <a:pt x="32016" y="464798"/>
                  <a:pt x="0" y="432782"/>
                  <a:pt x="0" y="393289"/>
                </a:cubicBezTo>
                <a:lnTo>
                  <a:pt x="0" y="71509"/>
                </a:lnTo>
                <a:cubicBezTo>
                  <a:pt x="0" y="32042"/>
                  <a:pt x="32042" y="0"/>
                  <a:pt x="71509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6" name="Text 24"/>
          <p:cNvSpPr/>
          <p:nvPr/>
        </p:nvSpPr>
        <p:spPr>
          <a:xfrm>
            <a:off x="686470" y="6292645"/>
            <a:ext cx="849150" cy="214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6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Consistency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833240" y="6274768"/>
            <a:ext cx="741889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8" b="1" dirty="0">
                <a:solidFill>
                  <a:srgbClr val="22C55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Verified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036016" y="1290707"/>
            <a:ext cx="6791409" cy="5557907"/>
          </a:xfrm>
          <a:custGeom>
            <a:avLst/>
            <a:gdLst/>
            <a:ahLst/>
            <a:cxnLst/>
            <a:rect l="l" t="t" r="r" b="b"/>
            <a:pathLst>
              <a:path w="6791409" h="5557907">
                <a:moveTo>
                  <a:pt x="143005" y="0"/>
                </a:moveTo>
                <a:lnTo>
                  <a:pt x="6648404" y="0"/>
                </a:lnTo>
                <a:cubicBezTo>
                  <a:pt x="6727383" y="0"/>
                  <a:pt x="6791409" y="64025"/>
                  <a:pt x="6791409" y="143005"/>
                </a:cubicBezTo>
                <a:lnTo>
                  <a:pt x="6791409" y="5414902"/>
                </a:lnTo>
                <a:cubicBezTo>
                  <a:pt x="6791409" y="5493882"/>
                  <a:pt x="6727383" y="5557907"/>
                  <a:pt x="6648404" y="5557907"/>
                </a:cubicBezTo>
                <a:lnTo>
                  <a:pt x="143005" y="5557907"/>
                </a:lnTo>
                <a:cubicBezTo>
                  <a:pt x="64025" y="5557907"/>
                  <a:pt x="0" y="5493882"/>
                  <a:pt x="0" y="5414902"/>
                </a:cubicBezTo>
                <a:lnTo>
                  <a:pt x="0" y="143005"/>
                </a:lnTo>
                <a:cubicBezTo>
                  <a:pt x="0" y="64026"/>
                  <a:pt x="64025" y="0"/>
                  <a:pt x="143005" y="0"/>
                </a:cubicBezTo>
                <a:close/>
              </a:path>
            </a:pathLst>
          </a:custGeom>
          <a:solidFill>
            <a:srgbClr val="1E293B"/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76459" y="1562324"/>
            <a:ext cx="178768" cy="178768"/>
          </a:xfrm>
          <a:custGeom>
            <a:avLst/>
            <a:gdLst/>
            <a:ahLst/>
            <a:cxnLst/>
            <a:rect l="l" t="t" r="r" b="b"/>
            <a:pathLst>
              <a:path w="178768" h="178768">
                <a:moveTo>
                  <a:pt x="16760" y="50279"/>
                </a:moveTo>
                <a:cubicBezTo>
                  <a:pt x="26009" y="50279"/>
                  <a:pt x="33519" y="42769"/>
                  <a:pt x="33519" y="33519"/>
                </a:cubicBezTo>
                <a:cubicBezTo>
                  <a:pt x="33519" y="24269"/>
                  <a:pt x="26009" y="16760"/>
                  <a:pt x="16760" y="16760"/>
                </a:cubicBezTo>
                <a:cubicBezTo>
                  <a:pt x="7510" y="16760"/>
                  <a:pt x="0" y="24269"/>
                  <a:pt x="0" y="33519"/>
                </a:cubicBezTo>
                <a:cubicBezTo>
                  <a:pt x="0" y="42769"/>
                  <a:pt x="7510" y="50279"/>
                  <a:pt x="16760" y="50279"/>
                </a:cubicBezTo>
                <a:close/>
                <a:moveTo>
                  <a:pt x="67038" y="22346"/>
                </a:moveTo>
                <a:cubicBezTo>
                  <a:pt x="60858" y="22346"/>
                  <a:pt x="55865" y="27339"/>
                  <a:pt x="55865" y="33519"/>
                </a:cubicBezTo>
                <a:cubicBezTo>
                  <a:pt x="55865" y="39699"/>
                  <a:pt x="60858" y="44692"/>
                  <a:pt x="67038" y="44692"/>
                </a:cubicBezTo>
                <a:lnTo>
                  <a:pt x="167595" y="44692"/>
                </a:lnTo>
                <a:cubicBezTo>
                  <a:pt x="173775" y="44692"/>
                  <a:pt x="178768" y="39699"/>
                  <a:pt x="178768" y="33519"/>
                </a:cubicBezTo>
                <a:cubicBezTo>
                  <a:pt x="178768" y="27339"/>
                  <a:pt x="173775" y="22346"/>
                  <a:pt x="167595" y="22346"/>
                </a:cubicBezTo>
                <a:lnTo>
                  <a:pt x="67038" y="22346"/>
                </a:lnTo>
                <a:close/>
                <a:moveTo>
                  <a:pt x="67038" y="78211"/>
                </a:moveTo>
                <a:cubicBezTo>
                  <a:pt x="60858" y="78211"/>
                  <a:pt x="55865" y="83204"/>
                  <a:pt x="55865" y="89384"/>
                </a:cubicBezTo>
                <a:cubicBezTo>
                  <a:pt x="55865" y="95564"/>
                  <a:pt x="60858" y="100557"/>
                  <a:pt x="67038" y="100557"/>
                </a:cubicBezTo>
                <a:lnTo>
                  <a:pt x="167595" y="100557"/>
                </a:lnTo>
                <a:cubicBezTo>
                  <a:pt x="173775" y="100557"/>
                  <a:pt x="178768" y="95564"/>
                  <a:pt x="178768" y="89384"/>
                </a:cubicBezTo>
                <a:cubicBezTo>
                  <a:pt x="178768" y="83204"/>
                  <a:pt x="173775" y="78211"/>
                  <a:pt x="167595" y="78211"/>
                </a:cubicBezTo>
                <a:lnTo>
                  <a:pt x="67038" y="78211"/>
                </a:lnTo>
                <a:close/>
                <a:moveTo>
                  <a:pt x="67038" y="134076"/>
                </a:moveTo>
                <a:cubicBezTo>
                  <a:pt x="60858" y="134076"/>
                  <a:pt x="55865" y="139069"/>
                  <a:pt x="55865" y="145249"/>
                </a:cubicBezTo>
                <a:cubicBezTo>
                  <a:pt x="55865" y="151429"/>
                  <a:pt x="60858" y="156422"/>
                  <a:pt x="67038" y="156422"/>
                </a:cubicBezTo>
                <a:lnTo>
                  <a:pt x="167595" y="156422"/>
                </a:lnTo>
                <a:cubicBezTo>
                  <a:pt x="173775" y="156422"/>
                  <a:pt x="178768" y="151429"/>
                  <a:pt x="178768" y="145249"/>
                </a:cubicBezTo>
                <a:cubicBezTo>
                  <a:pt x="178768" y="139069"/>
                  <a:pt x="173775" y="134076"/>
                  <a:pt x="167595" y="134076"/>
                </a:cubicBezTo>
                <a:lnTo>
                  <a:pt x="67038" y="134076"/>
                </a:lnTo>
                <a:close/>
                <a:moveTo>
                  <a:pt x="16760" y="162009"/>
                </a:moveTo>
                <a:cubicBezTo>
                  <a:pt x="26009" y="162009"/>
                  <a:pt x="33519" y="154499"/>
                  <a:pt x="33519" y="145249"/>
                </a:cubicBezTo>
                <a:cubicBezTo>
                  <a:pt x="33519" y="135999"/>
                  <a:pt x="26009" y="128490"/>
                  <a:pt x="16760" y="128490"/>
                </a:cubicBezTo>
                <a:cubicBezTo>
                  <a:pt x="7510" y="128490"/>
                  <a:pt x="0" y="135999"/>
                  <a:pt x="0" y="145249"/>
                </a:cubicBezTo>
                <a:cubicBezTo>
                  <a:pt x="0" y="154499"/>
                  <a:pt x="7510" y="162009"/>
                  <a:pt x="16760" y="162009"/>
                </a:cubicBezTo>
                <a:close/>
                <a:moveTo>
                  <a:pt x="33519" y="89384"/>
                </a:moveTo>
                <a:cubicBezTo>
                  <a:pt x="33519" y="80134"/>
                  <a:pt x="26009" y="72625"/>
                  <a:pt x="16760" y="72625"/>
                </a:cubicBezTo>
                <a:cubicBezTo>
                  <a:pt x="7510" y="72625"/>
                  <a:pt x="0" y="80134"/>
                  <a:pt x="0" y="89384"/>
                </a:cubicBezTo>
                <a:cubicBezTo>
                  <a:pt x="0" y="98634"/>
                  <a:pt x="7510" y="106144"/>
                  <a:pt x="16760" y="106144"/>
                </a:cubicBezTo>
                <a:cubicBezTo>
                  <a:pt x="26009" y="106144"/>
                  <a:pt x="33519" y="98634"/>
                  <a:pt x="33519" y="89384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0" name="Text 28"/>
          <p:cNvSpPr/>
          <p:nvPr/>
        </p:nvSpPr>
        <p:spPr>
          <a:xfrm>
            <a:off x="5477573" y="1508805"/>
            <a:ext cx="6239015" cy="286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9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Key Dataset Features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71990" y="1973491"/>
            <a:ext cx="3083754" cy="965349"/>
          </a:xfrm>
          <a:custGeom>
            <a:avLst/>
            <a:gdLst/>
            <a:ahLst/>
            <a:cxnLst/>
            <a:rect l="l" t="t" r="r" b="b"/>
            <a:pathLst>
              <a:path w="3083754" h="965349">
                <a:moveTo>
                  <a:pt x="35754" y="0"/>
                </a:moveTo>
                <a:lnTo>
                  <a:pt x="2976494" y="0"/>
                </a:lnTo>
                <a:cubicBezTo>
                  <a:pt x="3035732" y="0"/>
                  <a:pt x="3083754" y="48022"/>
                  <a:pt x="3083754" y="107260"/>
                </a:cubicBezTo>
                <a:lnTo>
                  <a:pt x="3083754" y="858089"/>
                </a:lnTo>
                <a:cubicBezTo>
                  <a:pt x="3083754" y="917327"/>
                  <a:pt x="3035732" y="965349"/>
                  <a:pt x="2976494" y="965349"/>
                </a:cubicBezTo>
                <a:lnTo>
                  <a:pt x="35754" y="965349"/>
                </a:lnTo>
                <a:cubicBezTo>
                  <a:pt x="16007" y="965349"/>
                  <a:pt x="0" y="949342"/>
                  <a:pt x="0" y="929595"/>
                </a:cubicBezTo>
                <a:lnTo>
                  <a:pt x="0" y="35754"/>
                </a:lnTo>
                <a:cubicBezTo>
                  <a:pt x="0" y="16007"/>
                  <a:pt x="16007" y="0"/>
                  <a:pt x="35754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2" name="Shape 30"/>
          <p:cNvSpPr/>
          <p:nvPr/>
        </p:nvSpPr>
        <p:spPr>
          <a:xfrm>
            <a:off x="5271990" y="1973491"/>
            <a:ext cx="35754" cy="965349"/>
          </a:xfrm>
          <a:custGeom>
            <a:avLst/>
            <a:gdLst/>
            <a:ahLst/>
            <a:cxnLst/>
            <a:rect l="l" t="t" r="r" b="b"/>
            <a:pathLst>
              <a:path w="35754" h="965349">
                <a:moveTo>
                  <a:pt x="35754" y="0"/>
                </a:moveTo>
                <a:lnTo>
                  <a:pt x="35754" y="0"/>
                </a:lnTo>
                <a:lnTo>
                  <a:pt x="35754" y="965349"/>
                </a:lnTo>
                <a:lnTo>
                  <a:pt x="35754" y="965349"/>
                </a:lnTo>
                <a:cubicBezTo>
                  <a:pt x="16007" y="965349"/>
                  <a:pt x="0" y="949342"/>
                  <a:pt x="0" y="929595"/>
                </a:cubicBezTo>
                <a:lnTo>
                  <a:pt x="0" y="35754"/>
                </a:lnTo>
                <a:cubicBezTo>
                  <a:pt x="0" y="16007"/>
                  <a:pt x="16007" y="0"/>
                  <a:pt x="35754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3" name="Shape 31"/>
          <p:cNvSpPr/>
          <p:nvPr/>
        </p:nvSpPr>
        <p:spPr>
          <a:xfrm>
            <a:off x="5435116" y="2161198"/>
            <a:ext cx="201114" cy="160891"/>
          </a:xfrm>
          <a:custGeom>
            <a:avLst/>
            <a:gdLst/>
            <a:ahLst/>
            <a:cxnLst/>
            <a:rect l="l" t="t" r="r" b="b"/>
            <a:pathLst>
              <a:path w="201114" h="160891">
                <a:moveTo>
                  <a:pt x="100557" y="5028"/>
                </a:moveTo>
                <a:cubicBezTo>
                  <a:pt x="118594" y="5028"/>
                  <a:pt x="133238" y="19672"/>
                  <a:pt x="133238" y="37709"/>
                </a:cubicBezTo>
                <a:cubicBezTo>
                  <a:pt x="133238" y="55746"/>
                  <a:pt x="118594" y="70390"/>
                  <a:pt x="100557" y="70390"/>
                </a:cubicBezTo>
                <a:cubicBezTo>
                  <a:pt x="82520" y="70390"/>
                  <a:pt x="67876" y="55746"/>
                  <a:pt x="67876" y="37709"/>
                </a:cubicBezTo>
                <a:cubicBezTo>
                  <a:pt x="67876" y="19672"/>
                  <a:pt x="82520" y="5028"/>
                  <a:pt x="100557" y="5028"/>
                </a:cubicBezTo>
                <a:close/>
                <a:moveTo>
                  <a:pt x="30167" y="27653"/>
                </a:moveTo>
                <a:cubicBezTo>
                  <a:pt x="42654" y="27653"/>
                  <a:pt x="52793" y="37791"/>
                  <a:pt x="52793" y="50279"/>
                </a:cubicBezTo>
                <a:cubicBezTo>
                  <a:pt x="52793" y="62766"/>
                  <a:pt x="42654" y="72904"/>
                  <a:pt x="30167" y="72904"/>
                </a:cubicBezTo>
                <a:cubicBezTo>
                  <a:pt x="17680" y="72904"/>
                  <a:pt x="7542" y="62766"/>
                  <a:pt x="7542" y="50279"/>
                </a:cubicBezTo>
                <a:cubicBezTo>
                  <a:pt x="7542" y="37791"/>
                  <a:pt x="17680" y="27653"/>
                  <a:pt x="30167" y="27653"/>
                </a:cubicBezTo>
                <a:close/>
                <a:moveTo>
                  <a:pt x="0" y="130724"/>
                </a:moveTo>
                <a:cubicBezTo>
                  <a:pt x="0" y="108507"/>
                  <a:pt x="18006" y="90501"/>
                  <a:pt x="40223" y="90501"/>
                </a:cubicBezTo>
                <a:cubicBezTo>
                  <a:pt x="44245" y="90501"/>
                  <a:pt x="48142" y="91099"/>
                  <a:pt x="51818" y="92198"/>
                </a:cubicBezTo>
                <a:cubicBezTo>
                  <a:pt x="41480" y="103762"/>
                  <a:pt x="35195" y="119035"/>
                  <a:pt x="35195" y="135752"/>
                </a:cubicBezTo>
                <a:lnTo>
                  <a:pt x="35195" y="140780"/>
                </a:lnTo>
                <a:cubicBezTo>
                  <a:pt x="35195" y="144362"/>
                  <a:pt x="35949" y="147756"/>
                  <a:pt x="37300" y="150836"/>
                </a:cubicBezTo>
                <a:lnTo>
                  <a:pt x="10056" y="150836"/>
                </a:lnTo>
                <a:cubicBezTo>
                  <a:pt x="4494" y="150836"/>
                  <a:pt x="0" y="146342"/>
                  <a:pt x="0" y="140780"/>
                </a:cubicBezTo>
                <a:lnTo>
                  <a:pt x="0" y="130724"/>
                </a:lnTo>
                <a:close/>
                <a:moveTo>
                  <a:pt x="163814" y="150836"/>
                </a:moveTo>
                <a:cubicBezTo>
                  <a:pt x="165165" y="147756"/>
                  <a:pt x="165919" y="144362"/>
                  <a:pt x="165919" y="140780"/>
                </a:cubicBezTo>
                <a:lnTo>
                  <a:pt x="165919" y="135752"/>
                </a:lnTo>
                <a:cubicBezTo>
                  <a:pt x="165919" y="119035"/>
                  <a:pt x="159635" y="103762"/>
                  <a:pt x="149296" y="92198"/>
                </a:cubicBezTo>
                <a:cubicBezTo>
                  <a:pt x="152973" y="91099"/>
                  <a:pt x="156869" y="90501"/>
                  <a:pt x="160891" y="90501"/>
                </a:cubicBezTo>
                <a:cubicBezTo>
                  <a:pt x="183108" y="90501"/>
                  <a:pt x="201114" y="108507"/>
                  <a:pt x="201114" y="130724"/>
                </a:cubicBezTo>
                <a:lnTo>
                  <a:pt x="201114" y="140780"/>
                </a:lnTo>
                <a:cubicBezTo>
                  <a:pt x="201114" y="146342"/>
                  <a:pt x="196621" y="150836"/>
                  <a:pt x="191059" y="150836"/>
                </a:cubicBezTo>
                <a:lnTo>
                  <a:pt x="163814" y="150836"/>
                </a:lnTo>
                <a:close/>
                <a:moveTo>
                  <a:pt x="148322" y="50279"/>
                </a:moveTo>
                <a:cubicBezTo>
                  <a:pt x="148322" y="37791"/>
                  <a:pt x="158460" y="27653"/>
                  <a:pt x="170947" y="27653"/>
                </a:cubicBezTo>
                <a:cubicBezTo>
                  <a:pt x="183434" y="27653"/>
                  <a:pt x="193573" y="37791"/>
                  <a:pt x="193573" y="50279"/>
                </a:cubicBezTo>
                <a:cubicBezTo>
                  <a:pt x="193573" y="62766"/>
                  <a:pt x="183434" y="72904"/>
                  <a:pt x="170947" y="72904"/>
                </a:cubicBezTo>
                <a:cubicBezTo>
                  <a:pt x="158460" y="72904"/>
                  <a:pt x="148322" y="62766"/>
                  <a:pt x="148322" y="50279"/>
                </a:cubicBezTo>
                <a:close/>
                <a:moveTo>
                  <a:pt x="50279" y="135752"/>
                </a:moveTo>
                <a:cubicBezTo>
                  <a:pt x="50279" y="107973"/>
                  <a:pt x="72778" y="85474"/>
                  <a:pt x="100557" y="85474"/>
                </a:cubicBezTo>
                <a:cubicBezTo>
                  <a:pt x="128336" y="85474"/>
                  <a:pt x="150836" y="107973"/>
                  <a:pt x="150836" y="135752"/>
                </a:cubicBezTo>
                <a:lnTo>
                  <a:pt x="150836" y="140780"/>
                </a:lnTo>
                <a:cubicBezTo>
                  <a:pt x="150836" y="146342"/>
                  <a:pt x="146342" y="150836"/>
                  <a:pt x="140780" y="150836"/>
                </a:cubicBezTo>
                <a:lnTo>
                  <a:pt x="60334" y="150836"/>
                </a:lnTo>
                <a:cubicBezTo>
                  <a:pt x="54772" y="150836"/>
                  <a:pt x="50279" y="146342"/>
                  <a:pt x="50279" y="140780"/>
                </a:cubicBezTo>
                <a:lnTo>
                  <a:pt x="50279" y="135752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4" name="Text 32"/>
          <p:cNvSpPr/>
          <p:nvPr/>
        </p:nvSpPr>
        <p:spPr>
          <a:xfrm>
            <a:off x="5741257" y="2116506"/>
            <a:ext cx="1099425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7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Batting Team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432881" y="2438289"/>
            <a:ext cx="2842416" cy="357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 currently batting with historical performance metrics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520769" y="1973491"/>
            <a:ext cx="3083754" cy="965349"/>
          </a:xfrm>
          <a:custGeom>
            <a:avLst/>
            <a:gdLst/>
            <a:ahLst/>
            <a:cxnLst/>
            <a:rect l="l" t="t" r="r" b="b"/>
            <a:pathLst>
              <a:path w="3083754" h="965349">
                <a:moveTo>
                  <a:pt x="35754" y="0"/>
                </a:moveTo>
                <a:lnTo>
                  <a:pt x="2976494" y="0"/>
                </a:lnTo>
                <a:cubicBezTo>
                  <a:pt x="3035732" y="0"/>
                  <a:pt x="3083754" y="48022"/>
                  <a:pt x="3083754" y="107260"/>
                </a:cubicBezTo>
                <a:lnTo>
                  <a:pt x="3083754" y="858089"/>
                </a:lnTo>
                <a:cubicBezTo>
                  <a:pt x="3083754" y="917327"/>
                  <a:pt x="3035732" y="965349"/>
                  <a:pt x="2976494" y="965349"/>
                </a:cubicBezTo>
                <a:lnTo>
                  <a:pt x="35754" y="965349"/>
                </a:lnTo>
                <a:cubicBezTo>
                  <a:pt x="16007" y="965349"/>
                  <a:pt x="0" y="949342"/>
                  <a:pt x="0" y="929595"/>
                </a:cubicBezTo>
                <a:lnTo>
                  <a:pt x="0" y="35754"/>
                </a:lnTo>
                <a:cubicBezTo>
                  <a:pt x="0" y="16007"/>
                  <a:pt x="16007" y="0"/>
                  <a:pt x="35754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7" name="Shape 35"/>
          <p:cNvSpPr/>
          <p:nvPr/>
        </p:nvSpPr>
        <p:spPr>
          <a:xfrm>
            <a:off x="8520769" y="1973491"/>
            <a:ext cx="35754" cy="965349"/>
          </a:xfrm>
          <a:custGeom>
            <a:avLst/>
            <a:gdLst/>
            <a:ahLst/>
            <a:cxnLst/>
            <a:rect l="l" t="t" r="r" b="b"/>
            <a:pathLst>
              <a:path w="35754" h="965349">
                <a:moveTo>
                  <a:pt x="35754" y="0"/>
                </a:moveTo>
                <a:lnTo>
                  <a:pt x="35754" y="0"/>
                </a:lnTo>
                <a:lnTo>
                  <a:pt x="35754" y="965349"/>
                </a:lnTo>
                <a:lnTo>
                  <a:pt x="35754" y="965349"/>
                </a:lnTo>
                <a:cubicBezTo>
                  <a:pt x="16007" y="965349"/>
                  <a:pt x="0" y="949342"/>
                  <a:pt x="0" y="929595"/>
                </a:cubicBezTo>
                <a:lnTo>
                  <a:pt x="0" y="35754"/>
                </a:lnTo>
                <a:cubicBezTo>
                  <a:pt x="0" y="16007"/>
                  <a:pt x="16007" y="0"/>
                  <a:pt x="35754" y="0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38" name="Shape 36"/>
          <p:cNvSpPr/>
          <p:nvPr/>
        </p:nvSpPr>
        <p:spPr>
          <a:xfrm>
            <a:off x="8704007" y="2161198"/>
            <a:ext cx="160891" cy="160891"/>
          </a:xfrm>
          <a:custGeom>
            <a:avLst/>
            <a:gdLst/>
            <a:ahLst/>
            <a:cxnLst/>
            <a:rect l="l" t="t" r="r" b="b"/>
            <a:pathLst>
              <a:path w="160891" h="160891">
                <a:moveTo>
                  <a:pt x="80446" y="0"/>
                </a:moveTo>
                <a:cubicBezTo>
                  <a:pt x="81891" y="0"/>
                  <a:pt x="83337" y="314"/>
                  <a:pt x="84657" y="911"/>
                </a:cubicBezTo>
                <a:lnTo>
                  <a:pt x="143860" y="26019"/>
                </a:lnTo>
                <a:cubicBezTo>
                  <a:pt x="150773" y="28942"/>
                  <a:pt x="155926" y="35761"/>
                  <a:pt x="155895" y="43994"/>
                </a:cubicBezTo>
                <a:cubicBezTo>
                  <a:pt x="155738" y="75166"/>
                  <a:pt x="142917" y="132201"/>
                  <a:pt x="88773" y="158126"/>
                </a:cubicBezTo>
                <a:cubicBezTo>
                  <a:pt x="83525" y="160640"/>
                  <a:pt x="77429" y="160640"/>
                  <a:pt x="72181" y="158126"/>
                </a:cubicBezTo>
                <a:cubicBezTo>
                  <a:pt x="18006" y="132201"/>
                  <a:pt x="5216" y="75166"/>
                  <a:pt x="5059" y="43994"/>
                </a:cubicBezTo>
                <a:cubicBezTo>
                  <a:pt x="5028" y="35761"/>
                  <a:pt x="10181" y="28942"/>
                  <a:pt x="17095" y="26019"/>
                </a:cubicBezTo>
                <a:lnTo>
                  <a:pt x="76266" y="911"/>
                </a:lnTo>
                <a:cubicBezTo>
                  <a:pt x="77586" y="314"/>
                  <a:pt x="79000" y="0"/>
                  <a:pt x="80446" y="0"/>
                </a:cubicBezTo>
                <a:close/>
                <a:moveTo>
                  <a:pt x="80446" y="20991"/>
                </a:moveTo>
                <a:lnTo>
                  <a:pt x="80446" y="139806"/>
                </a:lnTo>
                <a:cubicBezTo>
                  <a:pt x="123811" y="118815"/>
                  <a:pt x="135469" y="72307"/>
                  <a:pt x="135752" y="44465"/>
                </a:cubicBezTo>
                <a:lnTo>
                  <a:pt x="80446" y="21023"/>
                </a:lnTo>
                <a:lnTo>
                  <a:pt x="80446" y="21023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39" name="Text 37"/>
          <p:cNvSpPr/>
          <p:nvPr/>
        </p:nvSpPr>
        <p:spPr>
          <a:xfrm>
            <a:off x="8990036" y="2116506"/>
            <a:ext cx="1170933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7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Bowling Team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681661" y="2438289"/>
            <a:ext cx="2842416" cy="357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Opposition team with bowling statistics and strategies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271990" y="3081855"/>
            <a:ext cx="3083754" cy="965349"/>
          </a:xfrm>
          <a:custGeom>
            <a:avLst/>
            <a:gdLst/>
            <a:ahLst/>
            <a:cxnLst/>
            <a:rect l="l" t="t" r="r" b="b"/>
            <a:pathLst>
              <a:path w="3083754" h="965349">
                <a:moveTo>
                  <a:pt x="35754" y="0"/>
                </a:moveTo>
                <a:lnTo>
                  <a:pt x="2976494" y="0"/>
                </a:lnTo>
                <a:cubicBezTo>
                  <a:pt x="3035732" y="0"/>
                  <a:pt x="3083754" y="48022"/>
                  <a:pt x="3083754" y="107260"/>
                </a:cubicBezTo>
                <a:lnTo>
                  <a:pt x="3083754" y="858089"/>
                </a:lnTo>
                <a:cubicBezTo>
                  <a:pt x="3083754" y="917327"/>
                  <a:pt x="3035732" y="965349"/>
                  <a:pt x="2976494" y="965349"/>
                </a:cubicBezTo>
                <a:lnTo>
                  <a:pt x="35754" y="965349"/>
                </a:lnTo>
                <a:cubicBezTo>
                  <a:pt x="16007" y="965349"/>
                  <a:pt x="0" y="949342"/>
                  <a:pt x="0" y="929595"/>
                </a:cubicBezTo>
                <a:lnTo>
                  <a:pt x="0" y="35754"/>
                </a:lnTo>
                <a:cubicBezTo>
                  <a:pt x="0" y="16007"/>
                  <a:pt x="16007" y="0"/>
                  <a:pt x="35754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42" name="Shape 40"/>
          <p:cNvSpPr/>
          <p:nvPr/>
        </p:nvSpPr>
        <p:spPr>
          <a:xfrm>
            <a:off x="5271990" y="3081855"/>
            <a:ext cx="35754" cy="965349"/>
          </a:xfrm>
          <a:custGeom>
            <a:avLst/>
            <a:gdLst/>
            <a:ahLst/>
            <a:cxnLst/>
            <a:rect l="l" t="t" r="r" b="b"/>
            <a:pathLst>
              <a:path w="35754" h="965349">
                <a:moveTo>
                  <a:pt x="35754" y="0"/>
                </a:moveTo>
                <a:lnTo>
                  <a:pt x="35754" y="0"/>
                </a:lnTo>
                <a:lnTo>
                  <a:pt x="35754" y="965349"/>
                </a:lnTo>
                <a:lnTo>
                  <a:pt x="35754" y="965349"/>
                </a:lnTo>
                <a:cubicBezTo>
                  <a:pt x="16007" y="965349"/>
                  <a:pt x="0" y="949342"/>
                  <a:pt x="0" y="929595"/>
                </a:cubicBezTo>
                <a:lnTo>
                  <a:pt x="0" y="35754"/>
                </a:lnTo>
                <a:cubicBezTo>
                  <a:pt x="0" y="16007"/>
                  <a:pt x="16007" y="0"/>
                  <a:pt x="35754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3" name="Shape 41"/>
          <p:cNvSpPr/>
          <p:nvPr/>
        </p:nvSpPr>
        <p:spPr>
          <a:xfrm>
            <a:off x="5475339" y="3269562"/>
            <a:ext cx="120669" cy="160891"/>
          </a:xfrm>
          <a:custGeom>
            <a:avLst/>
            <a:gdLst/>
            <a:ahLst/>
            <a:cxnLst/>
            <a:rect l="l" t="t" r="r" b="b"/>
            <a:pathLst>
              <a:path w="120669" h="160891">
                <a:moveTo>
                  <a:pt x="0" y="59266"/>
                </a:moveTo>
                <a:cubicBezTo>
                  <a:pt x="0" y="26522"/>
                  <a:pt x="27025" y="0"/>
                  <a:pt x="60334" y="0"/>
                </a:cubicBezTo>
                <a:cubicBezTo>
                  <a:pt x="93644" y="0"/>
                  <a:pt x="120669" y="26522"/>
                  <a:pt x="120669" y="59266"/>
                </a:cubicBezTo>
                <a:cubicBezTo>
                  <a:pt x="120669" y="96755"/>
                  <a:pt x="82897" y="141691"/>
                  <a:pt x="67122" y="158818"/>
                </a:cubicBezTo>
                <a:cubicBezTo>
                  <a:pt x="63414" y="162840"/>
                  <a:pt x="57223" y="162840"/>
                  <a:pt x="53515" y="158818"/>
                </a:cubicBezTo>
                <a:cubicBezTo>
                  <a:pt x="37740" y="141691"/>
                  <a:pt x="-31" y="96755"/>
                  <a:pt x="-31" y="59266"/>
                </a:cubicBezTo>
                <a:close/>
                <a:moveTo>
                  <a:pt x="60334" y="80446"/>
                </a:moveTo>
                <a:cubicBezTo>
                  <a:pt x="71434" y="80446"/>
                  <a:pt x="80446" y="71434"/>
                  <a:pt x="80446" y="60334"/>
                </a:cubicBezTo>
                <a:cubicBezTo>
                  <a:pt x="80446" y="49235"/>
                  <a:pt x="71434" y="40223"/>
                  <a:pt x="60334" y="40223"/>
                </a:cubicBezTo>
                <a:cubicBezTo>
                  <a:pt x="49235" y="40223"/>
                  <a:pt x="40223" y="49235"/>
                  <a:pt x="40223" y="60334"/>
                </a:cubicBezTo>
                <a:cubicBezTo>
                  <a:pt x="40223" y="71434"/>
                  <a:pt x="49235" y="80446"/>
                  <a:pt x="60334" y="80446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4" name="Text 42"/>
          <p:cNvSpPr/>
          <p:nvPr/>
        </p:nvSpPr>
        <p:spPr>
          <a:xfrm>
            <a:off x="5741257" y="3224870"/>
            <a:ext cx="1001103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7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City / Venue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5432881" y="3546653"/>
            <a:ext cx="2842416" cy="3575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Match location affecting pitch conditions and performance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520769" y="3081855"/>
            <a:ext cx="3083754" cy="965349"/>
          </a:xfrm>
          <a:custGeom>
            <a:avLst/>
            <a:gdLst/>
            <a:ahLst/>
            <a:cxnLst/>
            <a:rect l="l" t="t" r="r" b="b"/>
            <a:pathLst>
              <a:path w="3083754" h="965349">
                <a:moveTo>
                  <a:pt x="35754" y="0"/>
                </a:moveTo>
                <a:lnTo>
                  <a:pt x="2976494" y="0"/>
                </a:lnTo>
                <a:cubicBezTo>
                  <a:pt x="3035732" y="0"/>
                  <a:pt x="3083754" y="48022"/>
                  <a:pt x="3083754" y="107260"/>
                </a:cubicBezTo>
                <a:lnTo>
                  <a:pt x="3083754" y="858089"/>
                </a:lnTo>
                <a:cubicBezTo>
                  <a:pt x="3083754" y="917327"/>
                  <a:pt x="3035732" y="965349"/>
                  <a:pt x="2976494" y="965349"/>
                </a:cubicBezTo>
                <a:lnTo>
                  <a:pt x="35754" y="965349"/>
                </a:lnTo>
                <a:cubicBezTo>
                  <a:pt x="16007" y="965349"/>
                  <a:pt x="0" y="949342"/>
                  <a:pt x="0" y="929595"/>
                </a:cubicBezTo>
                <a:lnTo>
                  <a:pt x="0" y="35754"/>
                </a:lnTo>
                <a:cubicBezTo>
                  <a:pt x="0" y="16007"/>
                  <a:pt x="16007" y="0"/>
                  <a:pt x="35754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47" name="Shape 45"/>
          <p:cNvSpPr/>
          <p:nvPr/>
        </p:nvSpPr>
        <p:spPr>
          <a:xfrm>
            <a:off x="8520769" y="3081855"/>
            <a:ext cx="35754" cy="965349"/>
          </a:xfrm>
          <a:custGeom>
            <a:avLst/>
            <a:gdLst/>
            <a:ahLst/>
            <a:cxnLst/>
            <a:rect l="l" t="t" r="r" b="b"/>
            <a:pathLst>
              <a:path w="35754" h="965349">
                <a:moveTo>
                  <a:pt x="35754" y="0"/>
                </a:moveTo>
                <a:lnTo>
                  <a:pt x="35754" y="0"/>
                </a:lnTo>
                <a:lnTo>
                  <a:pt x="35754" y="965349"/>
                </a:lnTo>
                <a:lnTo>
                  <a:pt x="35754" y="965349"/>
                </a:lnTo>
                <a:cubicBezTo>
                  <a:pt x="16007" y="965349"/>
                  <a:pt x="0" y="949342"/>
                  <a:pt x="0" y="929595"/>
                </a:cubicBezTo>
                <a:lnTo>
                  <a:pt x="0" y="35754"/>
                </a:lnTo>
                <a:cubicBezTo>
                  <a:pt x="0" y="16007"/>
                  <a:pt x="16007" y="0"/>
                  <a:pt x="35754" y="0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48" name="Shape 46"/>
          <p:cNvSpPr/>
          <p:nvPr/>
        </p:nvSpPr>
        <p:spPr>
          <a:xfrm>
            <a:off x="8714062" y="3269562"/>
            <a:ext cx="140780" cy="160891"/>
          </a:xfrm>
          <a:custGeom>
            <a:avLst/>
            <a:gdLst/>
            <a:ahLst/>
            <a:cxnLst/>
            <a:rect l="l" t="t" r="r" b="b"/>
            <a:pathLst>
              <a:path w="140780" h="160891">
                <a:moveTo>
                  <a:pt x="80603" y="-10056"/>
                </a:moveTo>
                <a:cubicBezTo>
                  <a:pt x="90315" y="-10056"/>
                  <a:pt x="98200" y="-2171"/>
                  <a:pt x="98200" y="7542"/>
                </a:cubicBezTo>
                <a:cubicBezTo>
                  <a:pt x="98200" y="17254"/>
                  <a:pt x="90315" y="25139"/>
                  <a:pt x="80603" y="25139"/>
                </a:cubicBezTo>
                <a:cubicBezTo>
                  <a:pt x="70891" y="25139"/>
                  <a:pt x="63005" y="17254"/>
                  <a:pt x="63005" y="7542"/>
                </a:cubicBezTo>
                <a:cubicBezTo>
                  <a:pt x="63005" y="-2171"/>
                  <a:pt x="70891" y="-10056"/>
                  <a:pt x="80603" y="-10056"/>
                </a:cubicBezTo>
                <a:close/>
                <a:moveTo>
                  <a:pt x="38840" y="55306"/>
                </a:moveTo>
                <a:cubicBezTo>
                  <a:pt x="37803" y="55306"/>
                  <a:pt x="36892" y="55935"/>
                  <a:pt x="36515" y="56878"/>
                </a:cubicBezTo>
                <a:lnTo>
                  <a:pt x="29602" y="74129"/>
                </a:lnTo>
                <a:cubicBezTo>
                  <a:pt x="27528" y="79283"/>
                  <a:pt x="21683" y="81797"/>
                  <a:pt x="16529" y="79723"/>
                </a:cubicBezTo>
                <a:cubicBezTo>
                  <a:pt x="11376" y="77649"/>
                  <a:pt x="8862" y="71804"/>
                  <a:pt x="10936" y="66651"/>
                </a:cubicBezTo>
                <a:lnTo>
                  <a:pt x="17817" y="49399"/>
                </a:lnTo>
                <a:cubicBezTo>
                  <a:pt x="21274" y="40820"/>
                  <a:pt x="29570" y="35195"/>
                  <a:pt x="38840" y="35195"/>
                </a:cubicBezTo>
                <a:lnTo>
                  <a:pt x="69416" y="35195"/>
                </a:lnTo>
                <a:cubicBezTo>
                  <a:pt x="78372" y="35195"/>
                  <a:pt x="86636" y="39940"/>
                  <a:pt x="91130" y="47670"/>
                </a:cubicBezTo>
                <a:lnTo>
                  <a:pt x="101437" y="65362"/>
                </a:lnTo>
                <a:lnTo>
                  <a:pt x="120794" y="65362"/>
                </a:lnTo>
                <a:cubicBezTo>
                  <a:pt x="126356" y="65362"/>
                  <a:pt x="130850" y="69856"/>
                  <a:pt x="130850" y="75418"/>
                </a:cubicBezTo>
                <a:cubicBezTo>
                  <a:pt x="130850" y="80980"/>
                  <a:pt x="126356" y="85474"/>
                  <a:pt x="120794" y="85474"/>
                </a:cubicBezTo>
                <a:lnTo>
                  <a:pt x="101437" y="85474"/>
                </a:lnTo>
                <a:cubicBezTo>
                  <a:pt x="94272" y="85474"/>
                  <a:pt x="87673" y="81671"/>
                  <a:pt x="84060" y="75481"/>
                </a:cubicBezTo>
                <a:lnTo>
                  <a:pt x="80917" y="70107"/>
                </a:lnTo>
                <a:lnTo>
                  <a:pt x="74412" y="92230"/>
                </a:lnTo>
                <a:lnTo>
                  <a:pt x="98106" y="99332"/>
                </a:lnTo>
                <a:cubicBezTo>
                  <a:pt x="106811" y="101940"/>
                  <a:pt x="111241" y="111587"/>
                  <a:pt x="107565" y="119914"/>
                </a:cubicBezTo>
                <a:lnTo>
                  <a:pt x="89779" y="159949"/>
                </a:lnTo>
                <a:cubicBezTo>
                  <a:pt x="87516" y="165039"/>
                  <a:pt x="81577" y="167302"/>
                  <a:pt x="76518" y="165039"/>
                </a:cubicBezTo>
                <a:cubicBezTo>
                  <a:pt x="71458" y="162777"/>
                  <a:pt x="69164" y="156838"/>
                  <a:pt x="71427" y="151779"/>
                </a:cubicBezTo>
                <a:lnTo>
                  <a:pt x="86888" y="116961"/>
                </a:lnTo>
                <a:lnTo>
                  <a:pt x="56752" y="107910"/>
                </a:lnTo>
                <a:cubicBezTo>
                  <a:pt x="46476" y="104831"/>
                  <a:pt x="40411" y="94178"/>
                  <a:pt x="43020" y="83777"/>
                </a:cubicBezTo>
                <a:lnTo>
                  <a:pt x="50153" y="55306"/>
                </a:lnTo>
                <a:lnTo>
                  <a:pt x="38872" y="55306"/>
                </a:lnTo>
                <a:close/>
                <a:moveTo>
                  <a:pt x="36326" y="112184"/>
                </a:moveTo>
                <a:cubicBezTo>
                  <a:pt x="40506" y="116866"/>
                  <a:pt x="45973" y="120449"/>
                  <a:pt x="52415" y="122366"/>
                </a:cubicBezTo>
                <a:lnTo>
                  <a:pt x="53892" y="122805"/>
                </a:lnTo>
                <a:lnTo>
                  <a:pt x="51724" y="128870"/>
                </a:lnTo>
                <a:cubicBezTo>
                  <a:pt x="49902" y="133992"/>
                  <a:pt x="46696" y="138549"/>
                  <a:pt x="42517" y="142006"/>
                </a:cubicBezTo>
                <a:lnTo>
                  <a:pt x="16623" y="163343"/>
                </a:lnTo>
                <a:cubicBezTo>
                  <a:pt x="12350" y="166862"/>
                  <a:pt x="6002" y="166265"/>
                  <a:pt x="2483" y="161991"/>
                </a:cubicBezTo>
                <a:cubicBezTo>
                  <a:pt x="-1037" y="157718"/>
                  <a:pt x="-440" y="151370"/>
                  <a:pt x="3834" y="147850"/>
                </a:cubicBezTo>
                <a:lnTo>
                  <a:pt x="29727" y="126514"/>
                </a:lnTo>
                <a:cubicBezTo>
                  <a:pt x="31141" y="125351"/>
                  <a:pt x="32178" y="123842"/>
                  <a:pt x="32807" y="122146"/>
                </a:cubicBezTo>
                <a:lnTo>
                  <a:pt x="36326" y="112184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49" name="Text 47"/>
          <p:cNvSpPr/>
          <p:nvPr/>
        </p:nvSpPr>
        <p:spPr>
          <a:xfrm>
            <a:off x="8990036" y="3224870"/>
            <a:ext cx="1072610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7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Runs Scored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681661" y="3546653"/>
            <a:ext cx="2842416" cy="17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total runs scored by the batting team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5271990" y="4190219"/>
            <a:ext cx="3083754" cy="786581"/>
          </a:xfrm>
          <a:custGeom>
            <a:avLst/>
            <a:gdLst/>
            <a:ahLst/>
            <a:cxnLst/>
            <a:rect l="l" t="t" r="r" b="b"/>
            <a:pathLst>
              <a:path w="3083754" h="786581">
                <a:moveTo>
                  <a:pt x="35754" y="0"/>
                </a:moveTo>
                <a:lnTo>
                  <a:pt x="2976496" y="0"/>
                </a:lnTo>
                <a:cubicBezTo>
                  <a:pt x="3035693" y="0"/>
                  <a:pt x="3083754" y="48061"/>
                  <a:pt x="3083754" y="107258"/>
                </a:cubicBezTo>
                <a:lnTo>
                  <a:pt x="3083754" y="679323"/>
                </a:lnTo>
                <a:cubicBezTo>
                  <a:pt x="3083754" y="738520"/>
                  <a:pt x="3035693" y="786581"/>
                  <a:pt x="2976496" y="786581"/>
                </a:cubicBezTo>
                <a:lnTo>
                  <a:pt x="35754" y="786581"/>
                </a:lnTo>
                <a:cubicBezTo>
                  <a:pt x="16007" y="786581"/>
                  <a:pt x="0" y="770573"/>
                  <a:pt x="0" y="750827"/>
                </a:cubicBezTo>
                <a:lnTo>
                  <a:pt x="0" y="35754"/>
                </a:lnTo>
                <a:cubicBezTo>
                  <a:pt x="0" y="16007"/>
                  <a:pt x="16007" y="0"/>
                  <a:pt x="35754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52" name="Shape 50"/>
          <p:cNvSpPr/>
          <p:nvPr/>
        </p:nvSpPr>
        <p:spPr>
          <a:xfrm>
            <a:off x="5271990" y="4190219"/>
            <a:ext cx="35754" cy="786581"/>
          </a:xfrm>
          <a:custGeom>
            <a:avLst/>
            <a:gdLst/>
            <a:ahLst/>
            <a:cxnLst/>
            <a:rect l="l" t="t" r="r" b="b"/>
            <a:pathLst>
              <a:path w="35754" h="786581">
                <a:moveTo>
                  <a:pt x="35754" y="0"/>
                </a:moveTo>
                <a:lnTo>
                  <a:pt x="35754" y="0"/>
                </a:lnTo>
                <a:lnTo>
                  <a:pt x="35754" y="786581"/>
                </a:lnTo>
                <a:lnTo>
                  <a:pt x="35754" y="786581"/>
                </a:lnTo>
                <a:cubicBezTo>
                  <a:pt x="16007" y="786581"/>
                  <a:pt x="0" y="770573"/>
                  <a:pt x="0" y="750827"/>
                </a:cubicBezTo>
                <a:lnTo>
                  <a:pt x="0" y="35754"/>
                </a:lnTo>
                <a:cubicBezTo>
                  <a:pt x="0" y="16007"/>
                  <a:pt x="16007" y="0"/>
                  <a:pt x="35754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3" name="Shape 51"/>
          <p:cNvSpPr/>
          <p:nvPr/>
        </p:nvSpPr>
        <p:spPr>
          <a:xfrm>
            <a:off x="5455227" y="4377926"/>
            <a:ext cx="160891" cy="160891"/>
          </a:xfrm>
          <a:custGeom>
            <a:avLst/>
            <a:gdLst/>
            <a:ahLst/>
            <a:cxnLst/>
            <a:rect l="l" t="t" r="r" b="b"/>
            <a:pathLst>
              <a:path w="160891" h="160891">
                <a:moveTo>
                  <a:pt x="80446" y="0"/>
                </a:moveTo>
                <a:cubicBezTo>
                  <a:pt x="124845" y="0"/>
                  <a:pt x="160891" y="36047"/>
                  <a:pt x="160891" y="80446"/>
                </a:cubicBezTo>
                <a:cubicBezTo>
                  <a:pt x="160891" y="124845"/>
                  <a:pt x="124845" y="160891"/>
                  <a:pt x="80446" y="160891"/>
                </a:cubicBezTo>
                <a:cubicBezTo>
                  <a:pt x="36047" y="160891"/>
                  <a:pt x="0" y="124845"/>
                  <a:pt x="0" y="80446"/>
                </a:cubicBezTo>
                <a:cubicBezTo>
                  <a:pt x="0" y="36047"/>
                  <a:pt x="36047" y="0"/>
                  <a:pt x="80446" y="0"/>
                </a:cubicBezTo>
                <a:close/>
                <a:moveTo>
                  <a:pt x="72904" y="37709"/>
                </a:moveTo>
                <a:lnTo>
                  <a:pt x="72904" y="80446"/>
                </a:lnTo>
                <a:cubicBezTo>
                  <a:pt x="72904" y="82960"/>
                  <a:pt x="74161" y="85316"/>
                  <a:pt x="76266" y="86731"/>
                </a:cubicBezTo>
                <a:lnTo>
                  <a:pt x="106433" y="106842"/>
                </a:lnTo>
                <a:cubicBezTo>
                  <a:pt x="109890" y="109167"/>
                  <a:pt x="114572" y="108225"/>
                  <a:pt x="116898" y="104737"/>
                </a:cubicBezTo>
                <a:cubicBezTo>
                  <a:pt x="119223" y="101249"/>
                  <a:pt x="118280" y="96598"/>
                  <a:pt x="114792" y="94272"/>
                </a:cubicBezTo>
                <a:lnTo>
                  <a:pt x="87988" y="76423"/>
                </a:lnTo>
                <a:lnTo>
                  <a:pt x="87988" y="37709"/>
                </a:lnTo>
                <a:cubicBezTo>
                  <a:pt x="87988" y="33530"/>
                  <a:pt x="84625" y="30167"/>
                  <a:pt x="80446" y="30167"/>
                </a:cubicBezTo>
                <a:cubicBezTo>
                  <a:pt x="76266" y="30167"/>
                  <a:pt x="72904" y="33530"/>
                  <a:pt x="72904" y="37709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4" name="Text 52"/>
          <p:cNvSpPr/>
          <p:nvPr/>
        </p:nvSpPr>
        <p:spPr>
          <a:xfrm>
            <a:off x="5741257" y="4333233"/>
            <a:ext cx="1153056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7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Overs Bowled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5432881" y="4655016"/>
            <a:ext cx="2842416" cy="17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Number of overs completed in the innings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520769" y="4190219"/>
            <a:ext cx="3083754" cy="786581"/>
          </a:xfrm>
          <a:custGeom>
            <a:avLst/>
            <a:gdLst/>
            <a:ahLst/>
            <a:cxnLst/>
            <a:rect l="l" t="t" r="r" b="b"/>
            <a:pathLst>
              <a:path w="3083754" h="786581">
                <a:moveTo>
                  <a:pt x="35754" y="0"/>
                </a:moveTo>
                <a:lnTo>
                  <a:pt x="2976496" y="0"/>
                </a:lnTo>
                <a:cubicBezTo>
                  <a:pt x="3035693" y="0"/>
                  <a:pt x="3083754" y="48061"/>
                  <a:pt x="3083754" y="107258"/>
                </a:cubicBezTo>
                <a:lnTo>
                  <a:pt x="3083754" y="679323"/>
                </a:lnTo>
                <a:cubicBezTo>
                  <a:pt x="3083754" y="738520"/>
                  <a:pt x="3035693" y="786581"/>
                  <a:pt x="2976496" y="786581"/>
                </a:cubicBezTo>
                <a:lnTo>
                  <a:pt x="35754" y="786581"/>
                </a:lnTo>
                <a:cubicBezTo>
                  <a:pt x="16007" y="786581"/>
                  <a:pt x="0" y="770573"/>
                  <a:pt x="0" y="750827"/>
                </a:cubicBezTo>
                <a:lnTo>
                  <a:pt x="0" y="35754"/>
                </a:lnTo>
                <a:cubicBezTo>
                  <a:pt x="0" y="16007"/>
                  <a:pt x="16007" y="0"/>
                  <a:pt x="35754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57" name="Shape 55"/>
          <p:cNvSpPr/>
          <p:nvPr/>
        </p:nvSpPr>
        <p:spPr>
          <a:xfrm>
            <a:off x="8520769" y="4190219"/>
            <a:ext cx="35754" cy="786581"/>
          </a:xfrm>
          <a:custGeom>
            <a:avLst/>
            <a:gdLst/>
            <a:ahLst/>
            <a:cxnLst/>
            <a:rect l="l" t="t" r="r" b="b"/>
            <a:pathLst>
              <a:path w="35754" h="786581">
                <a:moveTo>
                  <a:pt x="35754" y="0"/>
                </a:moveTo>
                <a:lnTo>
                  <a:pt x="35754" y="0"/>
                </a:lnTo>
                <a:lnTo>
                  <a:pt x="35754" y="786581"/>
                </a:lnTo>
                <a:lnTo>
                  <a:pt x="35754" y="786581"/>
                </a:lnTo>
                <a:cubicBezTo>
                  <a:pt x="16007" y="786581"/>
                  <a:pt x="0" y="770573"/>
                  <a:pt x="0" y="750827"/>
                </a:cubicBezTo>
                <a:lnTo>
                  <a:pt x="0" y="35754"/>
                </a:lnTo>
                <a:cubicBezTo>
                  <a:pt x="0" y="16007"/>
                  <a:pt x="16007" y="0"/>
                  <a:pt x="35754" y="0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58" name="Shape 56"/>
          <p:cNvSpPr/>
          <p:nvPr/>
        </p:nvSpPr>
        <p:spPr>
          <a:xfrm>
            <a:off x="8704007" y="4377926"/>
            <a:ext cx="160891" cy="160891"/>
          </a:xfrm>
          <a:custGeom>
            <a:avLst/>
            <a:gdLst/>
            <a:ahLst/>
            <a:cxnLst/>
            <a:rect l="l" t="t" r="r" b="b"/>
            <a:pathLst>
              <a:path w="160891" h="160891">
                <a:moveTo>
                  <a:pt x="80446" y="160891"/>
                </a:moveTo>
                <a:cubicBezTo>
                  <a:pt x="124845" y="160891"/>
                  <a:pt x="160891" y="124845"/>
                  <a:pt x="160891" y="80446"/>
                </a:cubicBezTo>
                <a:cubicBezTo>
                  <a:pt x="160891" y="36047"/>
                  <a:pt x="124845" y="0"/>
                  <a:pt x="80446" y="0"/>
                </a:cubicBezTo>
                <a:cubicBezTo>
                  <a:pt x="36047" y="0"/>
                  <a:pt x="0" y="36047"/>
                  <a:pt x="0" y="80446"/>
                </a:cubicBezTo>
                <a:cubicBezTo>
                  <a:pt x="0" y="124845"/>
                  <a:pt x="36047" y="160891"/>
                  <a:pt x="80446" y="160891"/>
                </a:cubicBezTo>
                <a:close/>
                <a:moveTo>
                  <a:pt x="52478" y="52478"/>
                </a:moveTo>
                <a:cubicBezTo>
                  <a:pt x="55432" y="49524"/>
                  <a:pt x="60209" y="49524"/>
                  <a:pt x="63131" y="52478"/>
                </a:cubicBezTo>
                <a:lnTo>
                  <a:pt x="80414" y="69762"/>
                </a:lnTo>
                <a:lnTo>
                  <a:pt x="97698" y="52478"/>
                </a:lnTo>
                <a:cubicBezTo>
                  <a:pt x="100651" y="49524"/>
                  <a:pt x="105428" y="49524"/>
                  <a:pt x="108350" y="52478"/>
                </a:cubicBezTo>
                <a:cubicBezTo>
                  <a:pt x="111273" y="55432"/>
                  <a:pt x="111304" y="60209"/>
                  <a:pt x="108350" y="63131"/>
                </a:cubicBezTo>
                <a:lnTo>
                  <a:pt x="91067" y="80414"/>
                </a:lnTo>
                <a:lnTo>
                  <a:pt x="108350" y="97698"/>
                </a:lnTo>
                <a:cubicBezTo>
                  <a:pt x="111304" y="100651"/>
                  <a:pt x="111304" y="105428"/>
                  <a:pt x="108350" y="108350"/>
                </a:cubicBezTo>
                <a:cubicBezTo>
                  <a:pt x="105396" y="111273"/>
                  <a:pt x="100620" y="111304"/>
                  <a:pt x="97698" y="108350"/>
                </a:cubicBezTo>
                <a:lnTo>
                  <a:pt x="80414" y="91067"/>
                </a:lnTo>
                <a:lnTo>
                  <a:pt x="63131" y="108350"/>
                </a:lnTo>
                <a:cubicBezTo>
                  <a:pt x="60177" y="111304"/>
                  <a:pt x="55401" y="111304"/>
                  <a:pt x="52478" y="108350"/>
                </a:cubicBezTo>
                <a:cubicBezTo>
                  <a:pt x="49556" y="105396"/>
                  <a:pt x="49524" y="100620"/>
                  <a:pt x="52478" y="97698"/>
                </a:cubicBezTo>
                <a:lnTo>
                  <a:pt x="69762" y="80414"/>
                </a:lnTo>
                <a:lnTo>
                  <a:pt x="52478" y="63131"/>
                </a:lnTo>
                <a:cubicBezTo>
                  <a:pt x="49524" y="60177"/>
                  <a:pt x="49524" y="55401"/>
                  <a:pt x="52478" y="52478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59" name="Text 57"/>
          <p:cNvSpPr/>
          <p:nvPr/>
        </p:nvSpPr>
        <p:spPr>
          <a:xfrm>
            <a:off x="8990036" y="4333233"/>
            <a:ext cx="1197748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7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Wickets Fallen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681661" y="4655016"/>
            <a:ext cx="2842416" cy="17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Number of wickets lost affecting team strength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5271990" y="5119814"/>
            <a:ext cx="6337337" cy="786581"/>
          </a:xfrm>
          <a:custGeom>
            <a:avLst/>
            <a:gdLst/>
            <a:ahLst/>
            <a:cxnLst/>
            <a:rect l="l" t="t" r="r" b="b"/>
            <a:pathLst>
              <a:path w="6337337" h="786581">
                <a:moveTo>
                  <a:pt x="35754" y="0"/>
                </a:moveTo>
                <a:lnTo>
                  <a:pt x="6230079" y="0"/>
                </a:lnTo>
                <a:cubicBezTo>
                  <a:pt x="6289276" y="0"/>
                  <a:pt x="6337337" y="48061"/>
                  <a:pt x="6337337" y="107258"/>
                </a:cubicBezTo>
                <a:lnTo>
                  <a:pt x="6337337" y="679323"/>
                </a:lnTo>
                <a:cubicBezTo>
                  <a:pt x="6337337" y="738520"/>
                  <a:pt x="6289276" y="786581"/>
                  <a:pt x="6230079" y="786581"/>
                </a:cubicBezTo>
                <a:lnTo>
                  <a:pt x="35754" y="786581"/>
                </a:lnTo>
                <a:cubicBezTo>
                  <a:pt x="16007" y="786581"/>
                  <a:pt x="0" y="770573"/>
                  <a:pt x="0" y="750827"/>
                </a:cubicBezTo>
                <a:lnTo>
                  <a:pt x="0" y="35754"/>
                </a:lnTo>
                <a:cubicBezTo>
                  <a:pt x="0" y="16007"/>
                  <a:pt x="16007" y="0"/>
                  <a:pt x="35754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62" name="Shape 60"/>
          <p:cNvSpPr/>
          <p:nvPr/>
        </p:nvSpPr>
        <p:spPr>
          <a:xfrm>
            <a:off x="5271990" y="5119814"/>
            <a:ext cx="35754" cy="786581"/>
          </a:xfrm>
          <a:custGeom>
            <a:avLst/>
            <a:gdLst/>
            <a:ahLst/>
            <a:cxnLst/>
            <a:rect l="l" t="t" r="r" b="b"/>
            <a:pathLst>
              <a:path w="35754" h="786581">
                <a:moveTo>
                  <a:pt x="35754" y="0"/>
                </a:moveTo>
                <a:lnTo>
                  <a:pt x="35754" y="0"/>
                </a:lnTo>
                <a:lnTo>
                  <a:pt x="35754" y="786581"/>
                </a:lnTo>
                <a:lnTo>
                  <a:pt x="35754" y="786581"/>
                </a:lnTo>
                <a:cubicBezTo>
                  <a:pt x="16007" y="786581"/>
                  <a:pt x="0" y="770573"/>
                  <a:pt x="0" y="750827"/>
                </a:cubicBezTo>
                <a:lnTo>
                  <a:pt x="0" y="35754"/>
                </a:lnTo>
                <a:cubicBezTo>
                  <a:pt x="0" y="16007"/>
                  <a:pt x="16007" y="0"/>
                  <a:pt x="35754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63" name="Shape 61"/>
          <p:cNvSpPr/>
          <p:nvPr/>
        </p:nvSpPr>
        <p:spPr>
          <a:xfrm>
            <a:off x="5445172" y="5307521"/>
            <a:ext cx="181003" cy="160891"/>
          </a:xfrm>
          <a:custGeom>
            <a:avLst/>
            <a:gdLst/>
            <a:ahLst/>
            <a:cxnLst/>
            <a:rect l="l" t="t" r="r" b="b"/>
            <a:pathLst>
              <a:path w="181003" h="160891">
                <a:moveTo>
                  <a:pt x="90501" y="20111"/>
                </a:moveTo>
                <a:cubicBezTo>
                  <a:pt x="123811" y="20111"/>
                  <a:pt x="150836" y="47136"/>
                  <a:pt x="150836" y="80446"/>
                </a:cubicBezTo>
                <a:cubicBezTo>
                  <a:pt x="150836" y="113755"/>
                  <a:pt x="123811" y="140780"/>
                  <a:pt x="90501" y="140780"/>
                </a:cubicBezTo>
                <a:cubicBezTo>
                  <a:pt x="70013" y="140780"/>
                  <a:pt x="51881" y="130567"/>
                  <a:pt x="40977" y="114918"/>
                </a:cubicBezTo>
                <a:cubicBezTo>
                  <a:pt x="37803" y="110362"/>
                  <a:pt x="31518" y="109262"/>
                  <a:pt x="26962" y="112436"/>
                </a:cubicBezTo>
                <a:cubicBezTo>
                  <a:pt x="22405" y="115609"/>
                  <a:pt x="21306" y="121894"/>
                  <a:pt x="24479" y="126451"/>
                </a:cubicBezTo>
                <a:cubicBezTo>
                  <a:pt x="38997" y="147253"/>
                  <a:pt x="63162" y="160891"/>
                  <a:pt x="90501" y="160891"/>
                </a:cubicBezTo>
                <a:cubicBezTo>
                  <a:pt x="134935" y="160891"/>
                  <a:pt x="170947" y="124879"/>
                  <a:pt x="170947" y="80446"/>
                </a:cubicBezTo>
                <a:cubicBezTo>
                  <a:pt x="170947" y="36012"/>
                  <a:pt x="134935" y="0"/>
                  <a:pt x="90501" y="0"/>
                </a:cubicBezTo>
                <a:cubicBezTo>
                  <a:pt x="63571" y="0"/>
                  <a:pt x="39752" y="13230"/>
                  <a:pt x="25139" y="33530"/>
                </a:cubicBezTo>
                <a:lnTo>
                  <a:pt x="25139" y="25139"/>
                </a:lnTo>
                <a:cubicBezTo>
                  <a:pt x="25139" y="19577"/>
                  <a:pt x="20646" y="15084"/>
                  <a:pt x="15084" y="15084"/>
                </a:cubicBezTo>
                <a:cubicBezTo>
                  <a:pt x="9522" y="15084"/>
                  <a:pt x="5028" y="19577"/>
                  <a:pt x="5028" y="25139"/>
                </a:cubicBezTo>
                <a:lnTo>
                  <a:pt x="5028" y="60334"/>
                </a:lnTo>
                <a:cubicBezTo>
                  <a:pt x="5028" y="65896"/>
                  <a:pt x="9522" y="70390"/>
                  <a:pt x="15084" y="70390"/>
                </a:cubicBezTo>
                <a:lnTo>
                  <a:pt x="22814" y="70390"/>
                </a:lnTo>
                <a:cubicBezTo>
                  <a:pt x="22971" y="70390"/>
                  <a:pt x="23128" y="70390"/>
                  <a:pt x="23285" y="70390"/>
                </a:cubicBezTo>
                <a:lnTo>
                  <a:pt x="50310" y="70390"/>
                </a:lnTo>
                <a:cubicBezTo>
                  <a:pt x="55872" y="70390"/>
                  <a:pt x="60366" y="65896"/>
                  <a:pt x="60366" y="60334"/>
                </a:cubicBezTo>
                <a:cubicBezTo>
                  <a:pt x="60366" y="54772"/>
                  <a:pt x="55872" y="50279"/>
                  <a:pt x="50310" y="50279"/>
                </a:cubicBezTo>
                <a:lnTo>
                  <a:pt x="38275" y="50279"/>
                </a:lnTo>
                <a:cubicBezTo>
                  <a:pt x="48676" y="32241"/>
                  <a:pt x="68190" y="20111"/>
                  <a:pt x="90501" y="20111"/>
                </a:cubicBezTo>
                <a:close/>
                <a:moveTo>
                  <a:pt x="98043" y="47765"/>
                </a:moveTo>
                <a:cubicBezTo>
                  <a:pt x="98043" y="43585"/>
                  <a:pt x="94681" y="40223"/>
                  <a:pt x="90501" y="40223"/>
                </a:cubicBezTo>
                <a:cubicBezTo>
                  <a:pt x="86322" y="40223"/>
                  <a:pt x="82960" y="43585"/>
                  <a:pt x="82960" y="47765"/>
                </a:cubicBezTo>
                <a:lnTo>
                  <a:pt x="82960" y="80446"/>
                </a:lnTo>
                <a:cubicBezTo>
                  <a:pt x="82960" y="82457"/>
                  <a:pt x="83745" y="84374"/>
                  <a:pt x="85159" y="85788"/>
                </a:cubicBezTo>
                <a:lnTo>
                  <a:pt x="107785" y="108413"/>
                </a:lnTo>
                <a:cubicBezTo>
                  <a:pt x="110739" y="111367"/>
                  <a:pt x="115515" y="111367"/>
                  <a:pt x="118438" y="108413"/>
                </a:cubicBezTo>
                <a:cubicBezTo>
                  <a:pt x="121360" y="105459"/>
                  <a:pt x="121391" y="100683"/>
                  <a:pt x="118438" y="97760"/>
                </a:cubicBezTo>
                <a:lnTo>
                  <a:pt x="98012" y="77335"/>
                </a:lnTo>
                <a:lnTo>
                  <a:pt x="98012" y="47765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64" name="Text 62"/>
          <p:cNvSpPr/>
          <p:nvPr/>
        </p:nvSpPr>
        <p:spPr>
          <a:xfrm>
            <a:off x="5741257" y="5262829"/>
            <a:ext cx="1680422" cy="25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67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Runs in Last 5 Overs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5432881" y="5584612"/>
            <a:ext cx="6096000" cy="178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5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Recent scoring momentum indicating current form and run rate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953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419100"/>
                </a:lnTo>
                <a:cubicBezTo>
                  <a:pt x="76200" y="440128"/>
                  <a:pt x="59128" y="457200"/>
                  <a:pt x="38100" y="457200"/>
                </a:cubicBez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3124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F9731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06 / Preprocessing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609600"/>
            <a:ext cx="3276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Data Cleaning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371600"/>
            <a:ext cx="5581650" cy="1219200"/>
          </a:xfrm>
          <a:custGeom>
            <a:avLst/>
            <a:gdLst/>
            <a:ahLst/>
            <a:cxnLst/>
            <a:rect l="l" t="t" r="r" b="b"/>
            <a:pathLst>
              <a:path w="5581650" h="1219200">
                <a:moveTo>
                  <a:pt x="38100" y="0"/>
                </a:moveTo>
                <a:lnTo>
                  <a:pt x="5429250" y="0"/>
                </a:lnTo>
                <a:cubicBezTo>
                  <a:pt x="5513362" y="0"/>
                  <a:pt x="5581650" y="68288"/>
                  <a:pt x="5581650" y="152400"/>
                </a:cubicBezTo>
                <a:lnTo>
                  <a:pt x="5581650" y="1066800"/>
                </a:lnTo>
                <a:cubicBezTo>
                  <a:pt x="5581650" y="1150912"/>
                  <a:pt x="5513362" y="1219200"/>
                  <a:pt x="542925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3716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5621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76288" y="17145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61034" y="2634"/>
                </a:moveTo>
                <a:cubicBezTo>
                  <a:pt x="62999" y="-3215"/>
                  <a:pt x="68446" y="-7144"/>
                  <a:pt x="74608" y="-7144"/>
                </a:cubicBezTo>
                <a:lnTo>
                  <a:pt x="125462" y="-7144"/>
                </a:lnTo>
                <a:cubicBezTo>
                  <a:pt x="131624" y="-7144"/>
                  <a:pt x="137071" y="-3215"/>
                  <a:pt x="139035" y="2634"/>
                </a:cubicBezTo>
                <a:lnTo>
                  <a:pt x="142875" y="14288"/>
                </a:lnTo>
                <a:lnTo>
                  <a:pt x="185738" y="14288"/>
                </a:lnTo>
                <a:cubicBezTo>
                  <a:pt x="193640" y="14288"/>
                  <a:pt x="200025" y="20672"/>
                  <a:pt x="200025" y="28575"/>
                </a:cubicBezTo>
                <a:cubicBezTo>
                  <a:pt x="200025" y="36478"/>
                  <a:pt x="193640" y="42863"/>
                  <a:pt x="185738" y="42863"/>
                </a:cubicBezTo>
                <a:lnTo>
                  <a:pt x="14288" y="42863"/>
                </a:lnTo>
                <a:cubicBezTo>
                  <a:pt x="6385" y="42863"/>
                  <a:pt x="0" y="36478"/>
                  <a:pt x="0" y="28575"/>
                </a:cubicBezTo>
                <a:cubicBezTo>
                  <a:pt x="0" y="20672"/>
                  <a:pt x="6385" y="14288"/>
                  <a:pt x="14288" y="14288"/>
                </a:cubicBezTo>
                <a:lnTo>
                  <a:pt x="57150" y="14288"/>
                </a:lnTo>
                <a:lnTo>
                  <a:pt x="61034" y="2634"/>
                </a:lnTo>
                <a:close/>
                <a:moveTo>
                  <a:pt x="14288" y="64294"/>
                </a:moveTo>
                <a:lnTo>
                  <a:pt x="185738" y="64294"/>
                </a:lnTo>
                <a:lnTo>
                  <a:pt x="185738" y="200025"/>
                </a:lnTo>
                <a:cubicBezTo>
                  <a:pt x="185738" y="215786"/>
                  <a:pt x="172923" y="228600"/>
                  <a:pt x="157163" y="228600"/>
                </a:cubicBezTo>
                <a:lnTo>
                  <a:pt x="42863" y="228600"/>
                </a:lnTo>
                <a:cubicBezTo>
                  <a:pt x="27102" y="228600"/>
                  <a:pt x="14288" y="215786"/>
                  <a:pt x="14288" y="200025"/>
                </a:cubicBezTo>
                <a:lnTo>
                  <a:pt x="14288" y="64294"/>
                </a:lnTo>
                <a:close/>
                <a:moveTo>
                  <a:pt x="53578" y="92869"/>
                </a:moveTo>
                <a:cubicBezTo>
                  <a:pt x="47640" y="92869"/>
                  <a:pt x="42863" y="97646"/>
                  <a:pt x="42863" y="103584"/>
                </a:cubicBezTo>
                <a:lnTo>
                  <a:pt x="42863" y="189309"/>
                </a:lnTo>
                <a:cubicBezTo>
                  <a:pt x="42863" y="195248"/>
                  <a:pt x="47640" y="200025"/>
                  <a:pt x="53578" y="200025"/>
                </a:cubicBezTo>
                <a:cubicBezTo>
                  <a:pt x="59516" y="200025"/>
                  <a:pt x="64294" y="195248"/>
                  <a:pt x="64294" y="189309"/>
                </a:cubicBezTo>
                <a:lnTo>
                  <a:pt x="64294" y="103584"/>
                </a:lnTo>
                <a:cubicBezTo>
                  <a:pt x="64294" y="97646"/>
                  <a:pt x="59516" y="92869"/>
                  <a:pt x="53578" y="92869"/>
                </a:cubicBezTo>
                <a:close/>
                <a:moveTo>
                  <a:pt x="100013" y="92869"/>
                </a:moveTo>
                <a:cubicBezTo>
                  <a:pt x="94074" y="92869"/>
                  <a:pt x="89297" y="97646"/>
                  <a:pt x="89297" y="103584"/>
                </a:cubicBezTo>
                <a:lnTo>
                  <a:pt x="89297" y="189309"/>
                </a:lnTo>
                <a:cubicBezTo>
                  <a:pt x="89297" y="195248"/>
                  <a:pt x="94074" y="200025"/>
                  <a:pt x="100013" y="200025"/>
                </a:cubicBezTo>
                <a:cubicBezTo>
                  <a:pt x="105951" y="200025"/>
                  <a:pt x="110728" y="195248"/>
                  <a:pt x="110728" y="189309"/>
                </a:cubicBezTo>
                <a:lnTo>
                  <a:pt x="110728" y="103584"/>
                </a:lnTo>
                <a:cubicBezTo>
                  <a:pt x="110728" y="97646"/>
                  <a:pt x="105951" y="92869"/>
                  <a:pt x="100013" y="92869"/>
                </a:cubicBezTo>
                <a:close/>
                <a:moveTo>
                  <a:pt x="146447" y="92869"/>
                </a:moveTo>
                <a:cubicBezTo>
                  <a:pt x="140509" y="92869"/>
                  <a:pt x="135731" y="97646"/>
                  <a:pt x="135731" y="103584"/>
                </a:cubicBezTo>
                <a:lnTo>
                  <a:pt x="135731" y="189309"/>
                </a:lnTo>
                <a:cubicBezTo>
                  <a:pt x="135731" y="195248"/>
                  <a:pt x="140509" y="200025"/>
                  <a:pt x="146447" y="200025"/>
                </a:cubicBezTo>
                <a:cubicBezTo>
                  <a:pt x="152385" y="200025"/>
                  <a:pt x="157163" y="195248"/>
                  <a:pt x="157163" y="189309"/>
                </a:cubicBezTo>
                <a:lnTo>
                  <a:pt x="157163" y="103584"/>
                </a:lnTo>
                <a:cubicBezTo>
                  <a:pt x="157163" y="97646"/>
                  <a:pt x="152385" y="92869"/>
                  <a:pt x="146447" y="92869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1562100"/>
            <a:ext cx="459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Removed Unnecessary Columns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95400" y="1905000"/>
            <a:ext cx="4572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Eliminated irrelevant features like player names, umpire details, and match IDs that don't contribute to score prediction.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00050" y="2743200"/>
            <a:ext cx="5581650" cy="1219200"/>
          </a:xfrm>
          <a:custGeom>
            <a:avLst/>
            <a:gdLst/>
            <a:ahLst/>
            <a:cxnLst/>
            <a:rect l="l" t="t" r="r" b="b"/>
            <a:pathLst>
              <a:path w="5581650" h="1219200">
                <a:moveTo>
                  <a:pt x="38100" y="0"/>
                </a:moveTo>
                <a:lnTo>
                  <a:pt x="5429250" y="0"/>
                </a:lnTo>
                <a:cubicBezTo>
                  <a:pt x="5513362" y="0"/>
                  <a:pt x="5581650" y="68288"/>
                  <a:pt x="5581650" y="152400"/>
                </a:cubicBezTo>
                <a:lnTo>
                  <a:pt x="5581650" y="1066800"/>
                </a:lnTo>
                <a:cubicBezTo>
                  <a:pt x="5581650" y="1150912"/>
                  <a:pt x="5513362" y="1219200"/>
                  <a:pt x="542925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400050" y="27432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13" name="Shape 11"/>
          <p:cNvSpPr/>
          <p:nvPr/>
        </p:nvSpPr>
        <p:spPr>
          <a:xfrm>
            <a:off x="609600" y="29337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97316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62000" y="30861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14300" y="60722"/>
                </a:moveTo>
                <a:cubicBezTo>
                  <a:pt x="120238" y="60722"/>
                  <a:pt x="125016" y="65499"/>
                  <a:pt x="125016" y="71438"/>
                </a:cubicBezTo>
                <a:lnTo>
                  <a:pt x="125016" y="121444"/>
                </a:lnTo>
                <a:cubicBezTo>
                  <a:pt x="125016" y="127382"/>
                  <a:pt x="120238" y="132159"/>
                  <a:pt x="114300" y="132159"/>
                </a:cubicBezTo>
                <a:cubicBezTo>
                  <a:pt x="108362" y="132159"/>
                  <a:pt x="103584" y="127382"/>
                  <a:pt x="103584" y="121444"/>
                </a:cubicBezTo>
                <a:lnTo>
                  <a:pt x="103584" y="71438"/>
                </a:lnTo>
                <a:cubicBezTo>
                  <a:pt x="103584" y="65499"/>
                  <a:pt x="108362" y="60722"/>
                  <a:pt x="114300" y="60722"/>
                </a:cubicBezTo>
                <a:close/>
                <a:moveTo>
                  <a:pt x="102379" y="157163"/>
                </a:moveTo>
                <a:cubicBezTo>
                  <a:pt x="102108" y="152738"/>
                  <a:pt x="104314" y="148528"/>
                  <a:pt x="108108" y="146233"/>
                </a:cubicBezTo>
                <a:cubicBezTo>
                  <a:pt x="111901" y="143939"/>
                  <a:pt x="116654" y="143939"/>
                  <a:pt x="120448" y="146233"/>
                </a:cubicBezTo>
                <a:cubicBezTo>
                  <a:pt x="124241" y="148528"/>
                  <a:pt x="126448" y="152738"/>
                  <a:pt x="126176" y="157162"/>
                </a:cubicBezTo>
                <a:cubicBezTo>
                  <a:pt x="126448" y="161587"/>
                  <a:pt x="124241" y="165797"/>
                  <a:pt x="120448" y="168092"/>
                </a:cubicBezTo>
                <a:cubicBezTo>
                  <a:pt x="116654" y="170386"/>
                  <a:pt x="111901" y="170386"/>
                  <a:pt x="108108" y="168092"/>
                </a:cubicBezTo>
                <a:cubicBezTo>
                  <a:pt x="104314" y="165797"/>
                  <a:pt x="102108" y="161587"/>
                  <a:pt x="102379" y="157163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1295400" y="2933700"/>
            <a:ext cx="459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Handled Missing Values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95400" y="3276600"/>
            <a:ext cx="4572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Applied appropriate imputation techniques for missing data points using statistical methods and domain knowledge.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4114800"/>
            <a:ext cx="5581650" cy="1219200"/>
          </a:xfrm>
          <a:custGeom>
            <a:avLst/>
            <a:gdLst/>
            <a:ahLst/>
            <a:cxnLst/>
            <a:rect l="l" t="t" r="r" b="b"/>
            <a:pathLst>
              <a:path w="5581650" h="1219200">
                <a:moveTo>
                  <a:pt x="38100" y="0"/>
                </a:moveTo>
                <a:lnTo>
                  <a:pt x="5429250" y="0"/>
                </a:lnTo>
                <a:cubicBezTo>
                  <a:pt x="5513362" y="0"/>
                  <a:pt x="5581650" y="68288"/>
                  <a:pt x="5581650" y="152400"/>
                </a:cubicBezTo>
                <a:lnTo>
                  <a:pt x="5581650" y="1066800"/>
                </a:lnTo>
                <a:cubicBezTo>
                  <a:pt x="5581650" y="1150912"/>
                  <a:pt x="5513362" y="1219200"/>
                  <a:pt x="542925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400050" y="41148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9" name="Shape 17"/>
          <p:cNvSpPr/>
          <p:nvPr/>
        </p:nvSpPr>
        <p:spPr>
          <a:xfrm>
            <a:off x="609600" y="43053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62000" y="4457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28575"/>
                </a:moveTo>
                <a:cubicBezTo>
                  <a:pt x="8528" y="28575"/>
                  <a:pt x="3304" y="32058"/>
                  <a:pt x="1072" y="37415"/>
                </a:cubicBezTo>
                <a:cubicBezTo>
                  <a:pt x="-1161" y="42773"/>
                  <a:pt x="89" y="48890"/>
                  <a:pt x="4197" y="52953"/>
                </a:cubicBezTo>
                <a:lnTo>
                  <a:pt x="85725" y="134526"/>
                </a:lnTo>
                <a:lnTo>
                  <a:pt x="85725" y="185738"/>
                </a:lnTo>
                <a:cubicBezTo>
                  <a:pt x="85725" y="189533"/>
                  <a:pt x="87243" y="193149"/>
                  <a:pt x="89922" y="195828"/>
                </a:cubicBezTo>
                <a:lnTo>
                  <a:pt x="118497" y="224403"/>
                </a:lnTo>
                <a:cubicBezTo>
                  <a:pt x="122605" y="228511"/>
                  <a:pt x="128721" y="229716"/>
                  <a:pt x="134079" y="227484"/>
                </a:cubicBezTo>
                <a:cubicBezTo>
                  <a:pt x="139437" y="225251"/>
                  <a:pt x="142875" y="220072"/>
                  <a:pt x="142875" y="214313"/>
                </a:cubicBezTo>
                <a:lnTo>
                  <a:pt x="142875" y="134526"/>
                </a:lnTo>
                <a:lnTo>
                  <a:pt x="224403" y="52998"/>
                </a:lnTo>
                <a:cubicBezTo>
                  <a:pt x="228511" y="48890"/>
                  <a:pt x="229716" y="42773"/>
                  <a:pt x="227484" y="37415"/>
                </a:cubicBezTo>
                <a:cubicBezTo>
                  <a:pt x="225251" y="32058"/>
                  <a:pt x="220072" y="28575"/>
                  <a:pt x="214313" y="28575"/>
                </a:cubicBezTo>
                <a:lnTo>
                  <a:pt x="14288" y="28575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400" y="4305300"/>
            <a:ext cx="459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Filtered Valid IPL Teams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95400" y="4648200"/>
            <a:ext cx="4572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Retained only current and historically significant IPL teams, removing defunct or non-IPL team entries.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29350" y="1371600"/>
            <a:ext cx="5581650" cy="1219200"/>
          </a:xfrm>
          <a:custGeom>
            <a:avLst/>
            <a:gdLst/>
            <a:ahLst/>
            <a:cxnLst/>
            <a:rect l="l" t="t" r="r" b="b"/>
            <a:pathLst>
              <a:path w="5581650" h="1219200">
                <a:moveTo>
                  <a:pt x="38100" y="0"/>
                </a:moveTo>
                <a:lnTo>
                  <a:pt x="5429250" y="0"/>
                </a:lnTo>
                <a:cubicBezTo>
                  <a:pt x="5513362" y="0"/>
                  <a:pt x="5581650" y="68288"/>
                  <a:pt x="5581650" y="152400"/>
                </a:cubicBezTo>
                <a:lnTo>
                  <a:pt x="5581650" y="1066800"/>
                </a:lnTo>
                <a:cubicBezTo>
                  <a:pt x="5581650" y="1150912"/>
                  <a:pt x="5513362" y="1219200"/>
                  <a:pt x="542925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24" name="Shape 22"/>
          <p:cNvSpPr/>
          <p:nvPr/>
        </p:nvSpPr>
        <p:spPr>
          <a:xfrm>
            <a:off x="6229350" y="13716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25" name="Shape 23"/>
          <p:cNvSpPr/>
          <p:nvPr/>
        </p:nvSpPr>
        <p:spPr>
          <a:xfrm>
            <a:off x="6438900" y="15621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97316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619875" y="17145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28575" y="0"/>
                </a:moveTo>
                <a:cubicBezTo>
                  <a:pt x="12814" y="0"/>
                  <a:pt x="0" y="12814"/>
                  <a:pt x="0" y="28575"/>
                </a:cubicBezTo>
                <a:lnTo>
                  <a:pt x="0" y="200025"/>
                </a:lnTo>
                <a:cubicBezTo>
                  <a:pt x="0" y="215786"/>
                  <a:pt x="12814" y="228600"/>
                  <a:pt x="28575" y="228600"/>
                </a:cubicBezTo>
                <a:lnTo>
                  <a:pt x="142875" y="228600"/>
                </a:lnTo>
                <a:cubicBezTo>
                  <a:pt x="158636" y="228600"/>
                  <a:pt x="171450" y="215786"/>
                  <a:pt x="171450" y="200025"/>
                </a:cubicBezTo>
                <a:lnTo>
                  <a:pt x="171450" y="28575"/>
                </a:lnTo>
                <a:cubicBezTo>
                  <a:pt x="171450" y="12814"/>
                  <a:pt x="158636" y="0"/>
                  <a:pt x="142875" y="0"/>
                </a:cubicBezTo>
                <a:lnTo>
                  <a:pt x="28575" y="0"/>
                </a:lnTo>
                <a:close/>
                <a:moveTo>
                  <a:pt x="42863" y="28575"/>
                </a:moveTo>
                <a:lnTo>
                  <a:pt x="128588" y="28575"/>
                </a:lnTo>
                <a:cubicBezTo>
                  <a:pt x="136490" y="28575"/>
                  <a:pt x="142875" y="34960"/>
                  <a:pt x="142875" y="42863"/>
                </a:cubicBezTo>
                <a:lnTo>
                  <a:pt x="142875" y="57150"/>
                </a:lnTo>
                <a:cubicBezTo>
                  <a:pt x="142875" y="65053"/>
                  <a:pt x="136490" y="71438"/>
                  <a:pt x="128588" y="71438"/>
                </a:cubicBezTo>
                <a:lnTo>
                  <a:pt x="42863" y="71438"/>
                </a:lnTo>
                <a:cubicBezTo>
                  <a:pt x="34960" y="71438"/>
                  <a:pt x="28575" y="65053"/>
                  <a:pt x="28575" y="57150"/>
                </a:cubicBezTo>
                <a:lnTo>
                  <a:pt x="28575" y="42863"/>
                </a:lnTo>
                <a:cubicBezTo>
                  <a:pt x="28575" y="34960"/>
                  <a:pt x="34960" y="28575"/>
                  <a:pt x="42863" y="28575"/>
                </a:cubicBezTo>
                <a:close/>
                <a:moveTo>
                  <a:pt x="50006" y="103584"/>
                </a:moveTo>
                <a:cubicBezTo>
                  <a:pt x="50006" y="109498"/>
                  <a:pt x="45205" y="114300"/>
                  <a:pt x="39291" y="114300"/>
                </a:cubicBezTo>
                <a:cubicBezTo>
                  <a:pt x="33377" y="114300"/>
                  <a:pt x="28575" y="109498"/>
                  <a:pt x="28575" y="103584"/>
                </a:cubicBezTo>
                <a:cubicBezTo>
                  <a:pt x="28575" y="97670"/>
                  <a:pt x="33377" y="92869"/>
                  <a:pt x="39291" y="92869"/>
                </a:cubicBezTo>
                <a:cubicBezTo>
                  <a:pt x="45205" y="92869"/>
                  <a:pt x="50006" y="97670"/>
                  <a:pt x="50006" y="103584"/>
                </a:cubicBezTo>
                <a:close/>
                <a:moveTo>
                  <a:pt x="85725" y="114300"/>
                </a:moveTo>
                <a:cubicBezTo>
                  <a:pt x="79811" y="114300"/>
                  <a:pt x="75009" y="109498"/>
                  <a:pt x="75009" y="103584"/>
                </a:cubicBezTo>
                <a:cubicBezTo>
                  <a:pt x="75009" y="97670"/>
                  <a:pt x="79811" y="92869"/>
                  <a:pt x="85725" y="92869"/>
                </a:cubicBezTo>
                <a:cubicBezTo>
                  <a:pt x="91639" y="92869"/>
                  <a:pt x="96441" y="97670"/>
                  <a:pt x="96441" y="103584"/>
                </a:cubicBezTo>
                <a:cubicBezTo>
                  <a:pt x="96441" y="109498"/>
                  <a:pt x="91639" y="114300"/>
                  <a:pt x="85725" y="114300"/>
                </a:cubicBezTo>
                <a:close/>
                <a:moveTo>
                  <a:pt x="142875" y="103584"/>
                </a:moveTo>
                <a:cubicBezTo>
                  <a:pt x="142875" y="109498"/>
                  <a:pt x="138073" y="114300"/>
                  <a:pt x="132159" y="114300"/>
                </a:cubicBezTo>
                <a:cubicBezTo>
                  <a:pt x="126245" y="114300"/>
                  <a:pt x="121444" y="109498"/>
                  <a:pt x="121444" y="103584"/>
                </a:cubicBezTo>
                <a:cubicBezTo>
                  <a:pt x="121444" y="97670"/>
                  <a:pt x="126245" y="92869"/>
                  <a:pt x="132159" y="92869"/>
                </a:cubicBezTo>
                <a:cubicBezTo>
                  <a:pt x="138073" y="92869"/>
                  <a:pt x="142875" y="97670"/>
                  <a:pt x="142875" y="103584"/>
                </a:cubicBezTo>
                <a:close/>
                <a:moveTo>
                  <a:pt x="39291" y="157163"/>
                </a:moveTo>
                <a:cubicBezTo>
                  <a:pt x="33377" y="157163"/>
                  <a:pt x="28575" y="152361"/>
                  <a:pt x="28575" y="146447"/>
                </a:cubicBezTo>
                <a:cubicBezTo>
                  <a:pt x="28575" y="140533"/>
                  <a:pt x="33377" y="135731"/>
                  <a:pt x="39291" y="135731"/>
                </a:cubicBezTo>
                <a:cubicBezTo>
                  <a:pt x="45205" y="135731"/>
                  <a:pt x="50006" y="140533"/>
                  <a:pt x="50006" y="146447"/>
                </a:cubicBezTo>
                <a:cubicBezTo>
                  <a:pt x="50006" y="152361"/>
                  <a:pt x="45205" y="157163"/>
                  <a:pt x="39291" y="157163"/>
                </a:cubicBezTo>
                <a:close/>
                <a:moveTo>
                  <a:pt x="96441" y="146447"/>
                </a:moveTo>
                <a:cubicBezTo>
                  <a:pt x="96441" y="152361"/>
                  <a:pt x="91639" y="157163"/>
                  <a:pt x="85725" y="157163"/>
                </a:cubicBezTo>
                <a:cubicBezTo>
                  <a:pt x="79811" y="157163"/>
                  <a:pt x="75009" y="152361"/>
                  <a:pt x="75009" y="146447"/>
                </a:cubicBezTo>
                <a:cubicBezTo>
                  <a:pt x="75009" y="140533"/>
                  <a:pt x="79811" y="135731"/>
                  <a:pt x="85725" y="135731"/>
                </a:cubicBezTo>
                <a:cubicBezTo>
                  <a:pt x="91639" y="135731"/>
                  <a:pt x="96441" y="140533"/>
                  <a:pt x="96441" y="146447"/>
                </a:cubicBezTo>
                <a:close/>
                <a:moveTo>
                  <a:pt x="132159" y="157163"/>
                </a:moveTo>
                <a:cubicBezTo>
                  <a:pt x="126245" y="157163"/>
                  <a:pt x="121444" y="152361"/>
                  <a:pt x="121444" y="146447"/>
                </a:cubicBezTo>
                <a:cubicBezTo>
                  <a:pt x="121444" y="140533"/>
                  <a:pt x="126245" y="135731"/>
                  <a:pt x="132159" y="135731"/>
                </a:cubicBezTo>
                <a:cubicBezTo>
                  <a:pt x="138073" y="135731"/>
                  <a:pt x="142875" y="140533"/>
                  <a:pt x="142875" y="146447"/>
                </a:cubicBezTo>
                <a:cubicBezTo>
                  <a:pt x="142875" y="152361"/>
                  <a:pt x="138073" y="157163"/>
                  <a:pt x="132159" y="157163"/>
                </a:cubicBezTo>
                <a:close/>
                <a:moveTo>
                  <a:pt x="28575" y="189309"/>
                </a:moveTo>
                <a:cubicBezTo>
                  <a:pt x="28575" y="183371"/>
                  <a:pt x="33352" y="178594"/>
                  <a:pt x="39291" y="178594"/>
                </a:cubicBezTo>
                <a:lnTo>
                  <a:pt x="89297" y="178594"/>
                </a:lnTo>
                <a:cubicBezTo>
                  <a:pt x="95235" y="178594"/>
                  <a:pt x="100013" y="183371"/>
                  <a:pt x="100013" y="189309"/>
                </a:cubicBezTo>
                <a:cubicBezTo>
                  <a:pt x="100013" y="195248"/>
                  <a:pt x="95235" y="200025"/>
                  <a:pt x="89297" y="200025"/>
                </a:cubicBezTo>
                <a:lnTo>
                  <a:pt x="39291" y="200025"/>
                </a:lnTo>
                <a:cubicBezTo>
                  <a:pt x="33352" y="200025"/>
                  <a:pt x="28575" y="195248"/>
                  <a:pt x="28575" y="189309"/>
                </a:cubicBezTo>
                <a:close/>
                <a:moveTo>
                  <a:pt x="132159" y="178594"/>
                </a:moveTo>
                <a:cubicBezTo>
                  <a:pt x="138098" y="178594"/>
                  <a:pt x="142875" y="183371"/>
                  <a:pt x="142875" y="189309"/>
                </a:cubicBezTo>
                <a:cubicBezTo>
                  <a:pt x="142875" y="195248"/>
                  <a:pt x="138098" y="200025"/>
                  <a:pt x="132159" y="200025"/>
                </a:cubicBezTo>
                <a:cubicBezTo>
                  <a:pt x="126221" y="200025"/>
                  <a:pt x="121444" y="195248"/>
                  <a:pt x="121444" y="189309"/>
                </a:cubicBezTo>
                <a:cubicBezTo>
                  <a:pt x="121444" y="183371"/>
                  <a:pt x="126221" y="178594"/>
                  <a:pt x="132159" y="178594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27" name="Text 25"/>
          <p:cNvSpPr/>
          <p:nvPr/>
        </p:nvSpPr>
        <p:spPr>
          <a:xfrm>
            <a:off x="7124700" y="1562100"/>
            <a:ext cx="459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Formatted Overs Data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24700" y="1905000"/>
            <a:ext cx="4572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Standardized overs format converting balls to decimal representation for consistent numerical processing.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29350" y="2743200"/>
            <a:ext cx="5581650" cy="1219200"/>
          </a:xfrm>
          <a:custGeom>
            <a:avLst/>
            <a:gdLst/>
            <a:ahLst/>
            <a:cxnLst/>
            <a:rect l="l" t="t" r="r" b="b"/>
            <a:pathLst>
              <a:path w="5581650" h="1219200">
                <a:moveTo>
                  <a:pt x="38100" y="0"/>
                </a:moveTo>
                <a:lnTo>
                  <a:pt x="5429250" y="0"/>
                </a:lnTo>
                <a:cubicBezTo>
                  <a:pt x="5513362" y="0"/>
                  <a:pt x="5581650" y="68288"/>
                  <a:pt x="5581650" y="152400"/>
                </a:cubicBezTo>
                <a:lnTo>
                  <a:pt x="5581650" y="1066800"/>
                </a:lnTo>
                <a:cubicBezTo>
                  <a:pt x="5581650" y="1150912"/>
                  <a:pt x="5513362" y="1219200"/>
                  <a:pt x="542925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30" name="Shape 28"/>
          <p:cNvSpPr/>
          <p:nvPr/>
        </p:nvSpPr>
        <p:spPr>
          <a:xfrm>
            <a:off x="6229350" y="2743200"/>
            <a:ext cx="38100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1" name="Shape 29"/>
          <p:cNvSpPr/>
          <p:nvPr/>
        </p:nvSpPr>
        <p:spPr>
          <a:xfrm>
            <a:off x="6438900" y="29337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6619875" y="30861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24601" y="32772"/>
                </a:moveTo>
                <a:cubicBezTo>
                  <a:pt x="19020" y="27191"/>
                  <a:pt x="9957" y="27191"/>
                  <a:pt x="4376" y="32772"/>
                </a:cubicBezTo>
                <a:cubicBezTo>
                  <a:pt x="-1206" y="38353"/>
                  <a:pt x="-1206" y="47417"/>
                  <a:pt x="4376" y="52998"/>
                </a:cubicBezTo>
                <a:lnTo>
                  <a:pt x="65723" y="114300"/>
                </a:lnTo>
                <a:lnTo>
                  <a:pt x="4420" y="175647"/>
                </a:lnTo>
                <a:cubicBezTo>
                  <a:pt x="-1161" y="181228"/>
                  <a:pt x="-1161" y="190292"/>
                  <a:pt x="4420" y="195873"/>
                </a:cubicBezTo>
                <a:cubicBezTo>
                  <a:pt x="10001" y="201454"/>
                  <a:pt x="19065" y="201454"/>
                  <a:pt x="24646" y="195873"/>
                </a:cubicBezTo>
                <a:lnTo>
                  <a:pt x="85948" y="134526"/>
                </a:lnTo>
                <a:lnTo>
                  <a:pt x="147295" y="195828"/>
                </a:lnTo>
                <a:cubicBezTo>
                  <a:pt x="152876" y="201409"/>
                  <a:pt x="161940" y="201409"/>
                  <a:pt x="167521" y="195828"/>
                </a:cubicBezTo>
                <a:cubicBezTo>
                  <a:pt x="173102" y="190247"/>
                  <a:pt x="173102" y="181183"/>
                  <a:pt x="167521" y="175602"/>
                </a:cubicBezTo>
                <a:lnTo>
                  <a:pt x="106174" y="114300"/>
                </a:lnTo>
                <a:lnTo>
                  <a:pt x="167476" y="52953"/>
                </a:lnTo>
                <a:cubicBezTo>
                  <a:pt x="173057" y="47372"/>
                  <a:pt x="173057" y="38308"/>
                  <a:pt x="167476" y="32727"/>
                </a:cubicBezTo>
                <a:cubicBezTo>
                  <a:pt x="161895" y="27146"/>
                  <a:pt x="152832" y="27146"/>
                  <a:pt x="147251" y="32727"/>
                </a:cubicBezTo>
                <a:lnTo>
                  <a:pt x="85948" y="94074"/>
                </a:lnTo>
                <a:lnTo>
                  <a:pt x="24601" y="32772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3" name="Text 31"/>
          <p:cNvSpPr/>
          <p:nvPr/>
        </p:nvSpPr>
        <p:spPr>
          <a:xfrm>
            <a:off x="7124700" y="2933700"/>
            <a:ext cx="459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Removed Inconsistent Records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124700" y="3276600"/>
            <a:ext cx="4572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Eliminated matches with incomplete data, abandoned games, and records with logical inconsistencies.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17920" y="4122420"/>
            <a:ext cx="5587365" cy="2015490"/>
          </a:xfrm>
          <a:custGeom>
            <a:avLst/>
            <a:gdLst/>
            <a:ahLst/>
            <a:cxnLst/>
            <a:rect l="l" t="t" r="r" b="b"/>
            <a:pathLst>
              <a:path w="5587365" h="2015490">
                <a:moveTo>
                  <a:pt x="152391" y="0"/>
                </a:moveTo>
                <a:lnTo>
                  <a:pt x="5434974" y="0"/>
                </a:lnTo>
                <a:cubicBezTo>
                  <a:pt x="5519137" y="0"/>
                  <a:pt x="5587365" y="68228"/>
                  <a:pt x="5587365" y="152391"/>
                </a:cubicBezTo>
                <a:lnTo>
                  <a:pt x="5587365" y="1863099"/>
                </a:lnTo>
                <a:cubicBezTo>
                  <a:pt x="5587365" y="1947206"/>
                  <a:pt x="5519081" y="2015490"/>
                  <a:pt x="5434974" y="2015490"/>
                </a:cubicBezTo>
                <a:lnTo>
                  <a:pt x="152391" y="2015490"/>
                </a:lnTo>
                <a:cubicBezTo>
                  <a:pt x="68228" y="2015490"/>
                  <a:pt x="0" y="1947262"/>
                  <a:pt x="0" y="1863099"/>
                </a:cubicBezTo>
                <a:lnTo>
                  <a:pt x="0" y="152391"/>
                </a:lnTo>
                <a:cubicBezTo>
                  <a:pt x="0" y="68228"/>
                  <a:pt x="68228" y="0"/>
                  <a:pt x="152391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20000"/>
                </a:srgbClr>
              </a:gs>
              <a:gs pos="100000">
                <a:srgbClr val="F97316">
                  <a:alpha val="20000"/>
                </a:srgbClr>
              </a:gs>
            </a:gsLst>
            <a:lin ang="2700000" scaled="1"/>
          </a:gradFill>
          <a:ln w="20320">
            <a:solidFill>
              <a:srgbClr val="F9731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16040" y="432054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97316"/>
          </a:soli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582728" y="4472941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96364" y="89520"/>
                </a:moveTo>
                <a:cubicBezTo>
                  <a:pt x="192926" y="75724"/>
                  <a:pt x="186407" y="65321"/>
                  <a:pt x="172522" y="65321"/>
                </a:cubicBezTo>
                <a:lnTo>
                  <a:pt x="154618" y="65321"/>
                </a:lnTo>
                <a:lnTo>
                  <a:pt x="154618" y="86484"/>
                </a:lnTo>
                <a:cubicBezTo>
                  <a:pt x="154618" y="102915"/>
                  <a:pt x="140687" y="116756"/>
                  <a:pt x="124792" y="116756"/>
                </a:cubicBezTo>
                <a:lnTo>
                  <a:pt x="77108" y="116756"/>
                </a:lnTo>
                <a:cubicBezTo>
                  <a:pt x="64071" y="116756"/>
                  <a:pt x="53266" y="127918"/>
                  <a:pt x="53266" y="141000"/>
                </a:cubicBezTo>
                <a:lnTo>
                  <a:pt x="53266" y="186452"/>
                </a:lnTo>
                <a:cubicBezTo>
                  <a:pt x="53266" y="199400"/>
                  <a:pt x="64517" y="206990"/>
                  <a:pt x="77108" y="210696"/>
                </a:cubicBezTo>
                <a:cubicBezTo>
                  <a:pt x="92199" y="215116"/>
                  <a:pt x="106710" y="215920"/>
                  <a:pt x="124792" y="210696"/>
                </a:cubicBezTo>
                <a:cubicBezTo>
                  <a:pt x="136803" y="207213"/>
                  <a:pt x="148635" y="200204"/>
                  <a:pt x="148635" y="186452"/>
                </a:cubicBezTo>
                <a:lnTo>
                  <a:pt x="148635" y="168280"/>
                </a:lnTo>
                <a:lnTo>
                  <a:pt x="100995" y="168280"/>
                </a:lnTo>
                <a:lnTo>
                  <a:pt x="100995" y="162208"/>
                </a:lnTo>
                <a:lnTo>
                  <a:pt x="172522" y="162208"/>
                </a:lnTo>
                <a:cubicBezTo>
                  <a:pt x="186407" y="162208"/>
                  <a:pt x="191542" y="152519"/>
                  <a:pt x="196364" y="138008"/>
                </a:cubicBezTo>
                <a:cubicBezTo>
                  <a:pt x="201364" y="123051"/>
                  <a:pt x="201141" y="108674"/>
                  <a:pt x="196364" y="89520"/>
                </a:cubicBezTo>
                <a:close/>
                <a:moveTo>
                  <a:pt x="127784" y="198552"/>
                </a:moveTo>
                <a:cubicBezTo>
                  <a:pt x="124386" y="198790"/>
                  <a:pt x="121139" y="197112"/>
                  <a:pt x="119367" y="194203"/>
                </a:cubicBezTo>
                <a:cubicBezTo>
                  <a:pt x="117595" y="191293"/>
                  <a:pt x="117595" y="187638"/>
                  <a:pt x="119367" y="184729"/>
                </a:cubicBezTo>
                <a:cubicBezTo>
                  <a:pt x="121139" y="181819"/>
                  <a:pt x="124386" y="180141"/>
                  <a:pt x="127784" y="180380"/>
                </a:cubicBezTo>
                <a:cubicBezTo>
                  <a:pt x="131182" y="180141"/>
                  <a:pt x="134429" y="181819"/>
                  <a:pt x="136201" y="184729"/>
                </a:cubicBezTo>
                <a:cubicBezTo>
                  <a:pt x="137972" y="187638"/>
                  <a:pt x="137972" y="191293"/>
                  <a:pt x="136201" y="194203"/>
                </a:cubicBezTo>
                <a:cubicBezTo>
                  <a:pt x="134429" y="197112"/>
                  <a:pt x="131182" y="198790"/>
                  <a:pt x="127784" y="198552"/>
                </a:cubicBezTo>
                <a:close/>
                <a:moveTo>
                  <a:pt x="74920" y="110773"/>
                </a:moveTo>
                <a:lnTo>
                  <a:pt x="122605" y="110773"/>
                </a:lnTo>
                <a:cubicBezTo>
                  <a:pt x="135865" y="110773"/>
                  <a:pt x="146447" y="99834"/>
                  <a:pt x="146447" y="86529"/>
                </a:cubicBezTo>
                <a:lnTo>
                  <a:pt x="146447" y="41032"/>
                </a:lnTo>
                <a:cubicBezTo>
                  <a:pt x="146447" y="28084"/>
                  <a:pt x="135553" y="18395"/>
                  <a:pt x="122605" y="16207"/>
                </a:cubicBezTo>
                <a:cubicBezTo>
                  <a:pt x="106620" y="13573"/>
                  <a:pt x="89252" y="13707"/>
                  <a:pt x="74920" y="16252"/>
                </a:cubicBezTo>
                <a:cubicBezTo>
                  <a:pt x="54739" y="19824"/>
                  <a:pt x="51078" y="27280"/>
                  <a:pt x="51078" y="41077"/>
                </a:cubicBezTo>
                <a:lnTo>
                  <a:pt x="51078" y="59248"/>
                </a:lnTo>
                <a:lnTo>
                  <a:pt x="98807" y="59248"/>
                </a:lnTo>
                <a:lnTo>
                  <a:pt x="98807" y="65321"/>
                </a:lnTo>
                <a:lnTo>
                  <a:pt x="33174" y="65321"/>
                </a:lnTo>
                <a:cubicBezTo>
                  <a:pt x="19288" y="65321"/>
                  <a:pt x="7144" y="73670"/>
                  <a:pt x="3349" y="89520"/>
                </a:cubicBezTo>
                <a:cubicBezTo>
                  <a:pt x="-1027" y="107692"/>
                  <a:pt x="-1206" y="119033"/>
                  <a:pt x="3349" y="138008"/>
                </a:cubicBezTo>
                <a:cubicBezTo>
                  <a:pt x="6742" y="152117"/>
                  <a:pt x="14823" y="162208"/>
                  <a:pt x="28709" y="162208"/>
                </a:cubicBezTo>
                <a:lnTo>
                  <a:pt x="45095" y="162208"/>
                </a:lnTo>
                <a:lnTo>
                  <a:pt x="45095" y="140419"/>
                </a:lnTo>
                <a:cubicBezTo>
                  <a:pt x="45095" y="124658"/>
                  <a:pt x="58713" y="110773"/>
                  <a:pt x="74920" y="110773"/>
                </a:cubicBezTo>
                <a:close/>
                <a:moveTo>
                  <a:pt x="71973" y="28888"/>
                </a:moveTo>
                <a:cubicBezTo>
                  <a:pt x="77000" y="28888"/>
                  <a:pt x="81082" y="32969"/>
                  <a:pt x="81082" y="37996"/>
                </a:cubicBezTo>
                <a:cubicBezTo>
                  <a:pt x="81082" y="43023"/>
                  <a:pt x="77000" y="47104"/>
                  <a:pt x="71973" y="47104"/>
                </a:cubicBezTo>
                <a:cubicBezTo>
                  <a:pt x="66946" y="47104"/>
                  <a:pt x="62865" y="43023"/>
                  <a:pt x="62865" y="37996"/>
                </a:cubicBezTo>
                <a:cubicBezTo>
                  <a:pt x="62865" y="32969"/>
                  <a:pt x="66946" y="28888"/>
                  <a:pt x="71973" y="28888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8" name="Text 36"/>
          <p:cNvSpPr/>
          <p:nvPr/>
        </p:nvSpPr>
        <p:spPr>
          <a:xfrm>
            <a:off x="7101840" y="4434841"/>
            <a:ext cx="1343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Tools Used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16040" y="5006341"/>
            <a:ext cx="2514600" cy="933450"/>
          </a:xfrm>
          <a:custGeom>
            <a:avLst/>
            <a:gdLst/>
            <a:ahLst/>
            <a:cxnLst/>
            <a:rect l="l" t="t" r="r" b="b"/>
            <a:pathLst>
              <a:path w="2514600" h="933450">
                <a:moveTo>
                  <a:pt x="114301" y="0"/>
                </a:moveTo>
                <a:lnTo>
                  <a:pt x="2400299" y="0"/>
                </a:lnTo>
                <a:cubicBezTo>
                  <a:pt x="2463426" y="0"/>
                  <a:pt x="2514600" y="51174"/>
                  <a:pt x="2514600" y="114301"/>
                </a:cubicBezTo>
                <a:lnTo>
                  <a:pt x="2514600" y="819149"/>
                </a:lnTo>
                <a:cubicBezTo>
                  <a:pt x="2514600" y="882276"/>
                  <a:pt x="2463426" y="933450"/>
                  <a:pt x="2400299" y="933450"/>
                </a:cubicBezTo>
                <a:lnTo>
                  <a:pt x="114301" y="933450"/>
                </a:lnTo>
                <a:cubicBezTo>
                  <a:pt x="51174" y="933450"/>
                  <a:pt x="0" y="882276"/>
                  <a:pt x="0" y="8191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0F172A">
              <a:alpha val="70196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7552611" y="5158741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42875" y="89297"/>
                </a:moveTo>
                <a:lnTo>
                  <a:pt x="142875" y="142875"/>
                </a:lnTo>
                <a:lnTo>
                  <a:pt x="214313" y="142875"/>
                </a:lnTo>
                <a:lnTo>
                  <a:pt x="214313" y="89297"/>
                </a:lnTo>
                <a:lnTo>
                  <a:pt x="142875" y="89297"/>
                </a:lnTo>
                <a:close/>
                <a:moveTo>
                  <a:pt x="107156" y="89297"/>
                </a:moveTo>
                <a:lnTo>
                  <a:pt x="35719" y="89297"/>
                </a:lnTo>
                <a:lnTo>
                  <a:pt x="35719" y="142875"/>
                </a:lnTo>
                <a:lnTo>
                  <a:pt x="107156" y="142875"/>
                </a:lnTo>
                <a:lnTo>
                  <a:pt x="107156" y="89297"/>
                </a:lnTo>
                <a:close/>
                <a:moveTo>
                  <a:pt x="0" y="178594"/>
                </a:moveTo>
                <a:lnTo>
                  <a:pt x="0" y="53578"/>
                </a:lnTo>
                <a:cubicBezTo>
                  <a:pt x="0" y="33877"/>
                  <a:pt x="16018" y="17859"/>
                  <a:pt x="35719" y="17859"/>
                </a:cubicBezTo>
                <a:lnTo>
                  <a:pt x="214313" y="17859"/>
                </a:lnTo>
                <a:cubicBezTo>
                  <a:pt x="234014" y="17859"/>
                  <a:pt x="250031" y="33877"/>
                  <a:pt x="250031" y="53578"/>
                </a:cubicBezTo>
                <a:lnTo>
                  <a:pt x="250031" y="232172"/>
                </a:lnTo>
                <a:cubicBezTo>
                  <a:pt x="250031" y="251873"/>
                  <a:pt x="234014" y="267891"/>
                  <a:pt x="214313" y="267891"/>
                </a:cubicBezTo>
                <a:lnTo>
                  <a:pt x="35719" y="267891"/>
                </a:lnTo>
                <a:cubicBezTo>
                  <a:pt x="16018" y="267891"/>
                  <a:pt x="0" y="251873"/>
                  <a:pt x="0" y="232172"/>
                </a:cubicBezTo>
                <a:lnTo>
                  <a:pt x="0" y="178594"/>
                </a:lnTo>
                <a:close/>
                <a:moveTo>
                  <a:pt x="214313" y="178594"/>
                </a:moveTo>
                <a:lnTo>
                  <a:pt x="142875" y="178594"/>
                </a:lnTo>
                <a:lnTo>
                  <a:pt x="142875" y="232172"/>
                </a:lnTo>
                <a:lnTo>
                  <a:pt x="214313" y="232172"/>
                </a:lnTo>
                <a:lnTo>
                  <a:pt x="214313" y="178594"/>
                </a:lnTo>
                <a:close/>
                <a:moveTo>
                  <a:pt x="107156" y="232172"/>
                </a:moveTo>
                <a:lnTo>
                  <a:pt x="107156" y="178594"/>
                </a:lnTo>
                <a:lnTo>
                  <a:pt x="35719" y="178594"/>
                </a:lnTo>
                <a:lnTo>
                  <a:pt x="35719" y="232172"/>
                </a:lnTo>
                <a:lnTo>
                  <a:pt x="107156" y="232172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1" name="Text 39"/>
          <p:cNvSpPr/>
          <p:nvPr/>
        </p:nvSpPr>
        <p:spPr>
          <a:xfrm>
            <a:off x="6525578" y="5520691"/>
            <a:ext cx="2295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Pandas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9086850" y="5006341"/>
            <a:ext cx="2514600" cy="933450"/>
          </a:xfrm>
          <a:custGeom>
            <a:avLst/>
            <a:gdLst/>
            <a:ahLst/>
            <a:cxnLst/>
            <a:rect l="l" t="t" r="r" b="b"/>
            <a:pathLst>
              <a:path w="2514600" h="933450">
                <a:moveTo>
                  <a:pt x="114301" y="0"/>
                </a:moveTo>
                <a:lnTo>
                  <a:pt x="2400299" y="0"/>
                </a:lnTo>
                <a:cubicBezTo>
                  <a:pt x="2463426" y="0"/>
                  <a:pt x="2514600" y="51174"/>
                  <a:pt x="2514600" y="114301"/>
                </a:cubicBezTo>
                <a:lnTo>
                  <a:pt x="2514600" y="819149"/>
                </a:lnTo>
                <a:cubicBezTo>
                  <a:pt x="2514600" y="882276"/>
                  <a:pt x="2463426" y="933450"/>
                  <a:pt x="2400299" y="933450"/>
                </a:cubicBezTo>
                <a:lnTo>
                  <a:pt x="114301" y="933450"/>
                </a:lnTo>
                <a:cubicBezTo>
                  <a:pt x="51174" y="933450"/>
                  <a:pt x="0" y="882276"/>
                  <a:pt x="0" y="8191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0F172A">
              <a:alpha val="70196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10223421" y="5158741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245455" y="111900"/>
                </a:moveTo>
                <a:cubicBezTo>
                  <a:pt x="241157" y="94655"/>
                  <a:pt x="233009" y="81651"/>
                  <a:pt x="215652" y="81651"/>
                </a:cubicBezTo>
                <a:lnTo>
                  <a:pt x="193272" y="81651"/>
                </a:lnTo>
                <a:lnTo>
                  <a:pt x="193272" y="108105"/>
                </a:lnTo>
                <a:cubicBezTo>
                  <a:pt x="193272" y="128643"/>
                  <a:pt x="175859" y="145945"/>
                  <a:pt x="155990" y="145945"/>
                </a:cubicBezTo>
                <a:lnTo>
                  <a:pt x="96385" y="145945"/>
                </a:lnTo>
                <a:cubicBezTo>
                  <a:pt x="80088" y="145945"/>
                  <a:pt x="66582" y="159897"/>
                  <a:pt x="66582" y="176250"/>
                </a:cubicBezTo>
                <a:lnTo>
                  <a:pt x="66582" y="233065"/>
                </a:lnTo>
                <a:cubicBezTo>
                  <a:pt x="66582" y="249250"/>
                  <a:pt x="80646" y="258738"/>
                  <a:pt x="96385" y="263370"/>
                </a:cubicBezTo>
                <a:cubicBezTo>
                  <a:pt x="115249" y="268895"/>
                  <a:pt x="133387" y="269900"/>
                  <a:pt x="155990" y="263370"/>
                </a:cubicBezTo>
                <a:cubicBezTo>
                  <a:pt x="171004" y="259017"/>
                  <a:pt x="185793" y="250254"/>
                  <a:pt x="185793" y="233065"/>
                </a:cubicBezTo>
                <a:lnTo>
                  <a:pt x="185793" y="210350"/>
                </a:lnTo>
                <a:lnTo>
                  <a:pt x="126243" y="210350"/>
                </a:lnTo>
                <a:lnTo>
                  <a:pt x="126243" y="202760"/>
                </a:lnTo>
                <a:lnTo>
                  <a:pt x="215652" y="202760"/>
                </a:lnTo>
                <a:cubicBezTo>
                  <a:pt x="233009" y="202760"/>
                  <a:pt x="239427" y="190649"/>
                  <a:pt x="245455" y="172510"/>
                </a:cubicBezTo>
                <a:cubicBezTo>
                  <a:pt x="251706" y="153814"/>
                  <a:pt x="251427" y="135843"/>
                  <a:pt x="245455" y="111900"/>
                </a:cubicBezTo>
                <a:close/>
                <a:moveTo>
                  <a:pt x="159730" y="248190"/>
                </a:moveTo>
                <a:cubicBezTo>
                  <a:pt x="155482" y="248487"/>
                  <a:pt x="151423" y="246390"/>
                  <a:pt x="149209" y="242753"/>
                </a:cubicBezTo>
                <a:cubicBezTo>
                  <a:pt x="146994" y="239116"/>
                  <a:pt x="146994" y="234548"/>
                  <a:pt x="149209" y="230911"/>
                </a:cubicBezTo>
                <a:cubicBezTo>
                  <a:pt x="151423" y="227274"/>
                  <a:pt x="155482" y="225177"/>
                  <a:pt x="159730" y="225475"/>
                </a:cubicBezTo>
                <a:cubicBezTo>
                  <a:pt x="163977" y="225177"/>
                  <a:pt x="168036" y="227274"/>
                  <a:pt x="170251" y="230911"/>
                </a:cubicBezTo>
                <a:cubicBezTo>
                  <a:pt x="172465" y="234548"/>
                  <a:pt x="172465" y="239116"/>
                  <a:pt x="170251" y="242753"/>
                </a:cubicBezTo>
                <a:cubicBezTo>
                  <a:pt x="168036" y="246390"/>
                  <a:pt x="163977" y="248487"/>
                  <a:pt x="159730" y="248190"/>
                </a:cubicBezTo>
                <a:close/>
                <a:moveTo>
                  <a:pt x="93650" y="138466"/>
                </a:moveTo>
                <a:lnTo>
                  <a:pt x="153256" y="138466"/>
                </a:lnTo>
                <a:cubicBezTo>
                  <a:pt x="169831" y="138466"/>
                  <a:pt x="183059" y="124792"/>
                  <a:pt x="183059" y="108161"/>
                </a:cubicBezTo>
                <a:lnTo>
                  <a:pt x="183059" y="51290"/>
                </a:lnTo>
                <a:cubicBezTo>
                  <a:pt x="183059" y="35105"/>
                  <a:pt x="169441" y="22994"/>
                  <a:pt x="153256" y="20259"/>
                </a:cubicBezTo>
                <a:cubicBezTo>
                  <a:pt x="133276" y="16966"/>
                  <a:pt x="111565" y="17134"/>
                  <a:pt x="93650" y="20315"/>
                </a:cubicBezTo>
                <a:cubicBezTo>
                  <a:pt x="68424" y="24780"/>
                  <a:pt x="63847" y="34100"/>
                  <a:pt x="63847" y="51346"/>
                </a:cubicBezTo>
                <a:lnTo>
                  <a:pt x="63847" y="74061"/>
                </a:lnTo>
                <a:lnTo>
                  <a:pt x="123509" y="74061"/>
                </a:lnTo>
                <a:lnTo>
                  <a:pt x="123509" y="81651"/>
                </a:lnTo>
                <a:lnTo>
                  <a:pt x="41467" y="81651"/>
                </a:lnTo>
                <a:cubicBezTo>
                  <a:pt x="24110" y="81651"/>
                  <a:pt x="8930" y="92087"/>
                  <a:pt x="4186" y="111900"/>
                </a:cubicBezTo>
                <a:cubicBezTo>
                  <a:pt x="-1284" y="134615"/>
                  <a:pt x="-1507" y="148791"/>
                  <a:pt x="4186" y="172510"/>
                </a:cubicBezTo>
                <a:cubicBezTo>
                  <a:pt x="8427" y="190147"/>
                  <a:pt x="18529" y="202760"/>
                  <a:pt x="35886" y="202760"/>
                </a:cubicBezTo>
                <a:lnTo>
                  <a:pt x="56369" y="202760"/>
                </a:lnTo>
                <a:lnTo>
                  <a:pt x="56369" y="175524"/>
                </a:lnTo>
                <a:cubicBezTo>
                  <a:pt x="56369" y="155823"/>
                  <a:pt x="73391" y="138466"/>
                  <a:pt x="93650" y="138466"/>
                </a:cubicBezTo>
                <a:close/>
                <a:moveTo>
                  <a:pt x="89967" y="36109"/>
                </a:moveTo>
                <a:cubicBezTo>
                  <a:pt x="96250" y="36109"/>
                  <a:pt x="101352" y="41211"/>
                  <a:pt x="101352" y="47495"/>
                </a:cubicBezTo>
                <a:cubicBezTo>
                  <a:pt x="101352" y="53779"/>
                  <a:pt x="96250" y="58880"/>
                  <a:pt x="89967" y="58880"/>
                </a:cubicBezTo>
                <a:cubicBezTo>
                  <a:pt x="83683" y="58880"/>
                  <a:pt x="78581" y="53779"/>
                  <a:pt x="78581" y="47495"/>
                </a:cubicBezTo>
                <a:cubicBezTo>
                  <a:pt x="78581" y="41211"/>
                  <a:pt x="83683" y="36109"/>
                  <a:pt x="89967" y="36109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44" name="Text 42"/>
          <p:cNvSpPr/>
          <p:nvPr/>
        </p:nvSpPr>
        <p:spPr>
          <a:xfrm>
            <a:off x="9196388" y="5520691"/>
            <a:ext cx="2295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Python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5138" y="487680"/>
            <a:ext cx="75028" cy="450166"/>
          </a:xfrm>
          <a:custGeom>
            <a:avLst/>
            <a:gdLst/>
            <a:ahLst/>
            <a:cxnLst/>
            <a:rect l="l" t="t" r="r" b="b"/>
            <a:pathLst>
              <a:path w="75028" h="450166">
                <a:moveTo>
                  <a:pt x="37514" y="0"/>
                </a:moveTo>
                <a:lnTo>
                  <a:pt x="37514" y="0"/>
                </a:lnTo>
                <a:cubicBezTo>
                  <a:pt x="58218" y="0"/>
                  <a:pt x="75028" y="16809"/>
                  <a:pt x="75028" y="37514"/>
                </a:cubicBezTo>
                <a:lnTo>
                  <a:pt x="75028" y="412652"/>
                </a:lnTo>
                <a:cubicBezTo>
                  <a:pt x="75028" y="433371"/>
                  <a:pt x="58232" y="450166"/>
                  <a:pt x="37514" y="450166"/>
                </a:cubicBezTo>
                <a:lnTo>
                  <a:pt x="37514" y="450166"/>
                </a:lnTo>
                <a:cubicBezTo>
                  <a:pt x="16796" y="450166"/>
                  <a:pt x="0" y="433371"/>
                  <a:pt x="0" y="412652"/>
                </a:cubicBezTo>
                <a:lnTo>
                  <a:pt x="0" y="37514"/>
                </a:lnTo>
                <a:cubicBezTo>
                  <a:pt x="0" y="16809"/>
                  <a:pt x="16809" y="0"/>
                  <a:pt x="37514" y="0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562708" y="375138"/>
            <a:ext cx="3648222" cy="225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2" b="1" kern="0" spc="59" dirty="0">
                <a:solidFill>
                  <a:srgbClr val="F9731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07 / Analysis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2708" y="600222"/>
            <a:ext cx="3798277" cy="4501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45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Data Exploration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78890" y="1354250"/>
            <a:ext cx="5597066" cy="2670986"/>
          </a:xfrm>
          <a:custGeom>
            <a:avLst/>
            <a:gdLst/>
            <a:ahLst/>
            <a:cxnLst/>
            <a:rect l="l" t="t" r="r" b="b"/>
            <a:pathLst>
              <a:path w="5597066" h="2670986">
                <a:moveTo>
                  <a:pt x="150056" y="0"/>
                </a:moveTo>
                <a:lnTo>
                  <a:pt x="5447010" y="0"/>
                </a:lnTo>
                <a:cubicBezTo>
                  <a:pt x="5529828" y="0"/>
                  <a:pt x="5597066" y="67238"/>
                  <a:pt x="5597066" y="150056"/>
                </a:cubicBezTo>
                <a:lnTo>
                  <a:pt x="5597066" y="2520930"/>
                </a:lnTo>
                <a:cubicBezTo>
                  <a:pt x="5597066" y="2603803"/>
                  <a:pt x="5529883" y="2670986"/>
                  <a:pt x="5447010" y="2670986"/>
                </a:cubicBezTo>
                <a:lnTo>
                  <a:pt x="150056" y="2670986"/>
                </a:lnTo>
                <a:cubicBezTo>
                  <a:pt x="67238" y="2670986"/>
                  <a:pt x="0" y="2603748"/>
                  <a:pt x="0" y="2520930"/>
                </a:cubicBezTo>
                <a:lnTo>
                  <a:pt x="0" y="150056"/>
                </a:lnTo>
                <a:cubicBezTo>
                  <a:pt x="0" y="67238"/>
                  <a:pt x="67238" y="0"/>
                  <a:pt x="150056" y="0"/>
                </a:cubicBezTo>
                <a:close/>
              </a:path>
            </a:pathLst>
          </a:custGeom>
          <a:solidFill>
            <a:srgbClr val="1E293B"/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3657" y="1583087"/>
            <a:ext cx="187569" cy="187569"/>
          </a:xfrm>
          <a:custGeom>
            <a:avLst/>
            <a:gdLst/>
            <a:ahLst/>
            <a:cxnLst/>
            <a:rect l="l" t="t" r="r" b="b"/>
            <a:pathLst>
              <a:path w="187569" h="187569">
                <a:moveTo>
                  <a:pt x="11723" y="11723"/>
                </a:moveTo>
                <a:cubicBezTo>
                  <a:pt x="18207" y="11723"/>
                  <a:pt x="23446" y="16962"/>
                  <a:pt x="23446" y="23446"/>
                </a:cubicBezTo>
                <a:lnTo>
                  <a:pt x="23446" y="146538"/>
                </a:lnTo>
                <a:cubicBezTo>
                  <a:pt x="23446" y="149762"/>
                  <a:pt x="26084" y="152400"/>
                  <a:pt x="29308" y="152400"/>
                </a:cubicBezTo>
                <a:lnTo>
                  <a:pt x="175846" y="152400"/>
                </a:lnTo>
                <a:cubicBezTo>
                  <a:pt x="182330" y="152400"/>
                  <a:pt x="187569" y="157639"/>
                  <a:pt x="187569" y="164123"/>
                </a:cubicBezTo>
                <a:cubicBezTo>
                  <a:pt x="187569" y="170607"/>
                  <a:pt x="182330" y="175846"/>
                  <a:pt x="175846" y="175846"/>
                </a:cubicBezTo>
                <a:lnTo>
                  <a:pt x="29308" y="175846"/>
                </a:lnTo>
                <a:cubicBezTo>
                  <a:pt x="13115" y="175846"/>
                  <a:pt x="0" y="162731"/>
                  <a:pt x="0" y="146538"/>
                </a:cubicBezTo>
                <a:lnTo>
                  <a:pt x="0" y="23446"/>
                </a:lnTo>
                <a:cubicBezTo>
                  <a:pt x="0" y="16962"/>
                  <a:pt x="5239" y="11723"/>
                  <a:pt x="11723" y="11723"/>
                </a:cubicBezTo>
                <a:close/>
                <a:moveTo>
                  <a:pt x="46892" y="35169"/>
                </a:moveTo>
                <a:cubicBezTo>
                  <a:pt x="46892" y="28685"/>
                  <a:pt x="52131" y="23446"/>
                  <a:pt x="58615" y="23446"/>
                </a:cubicBezTo>
                <a:lnTo>
                  <a:pt x="128954" y="23446"/>
                </a:lnTo>
                <a:cubicBezTo>
                  <a:pt x="135438" y="23446"/>
                  <a:pt x="140677" y="28685"/>
                  <a:pt x="140677" y="35169"/>
                </a:cubicBezTo>
                <a:cubicBezTo>
                  <a:pt x="140677" y="41654"/>
                  <a:pt x="135438" y="46892"/>
                  <a:pt x="128954" y="46892"/>
                </a:cubicBezTo>
                <a:lnTo>
                  <a:pt x="58615" y="46892"/>
                </a:lnTo>
                <a:cubicBezTo>
                  <a:pt x="52131" y="46892"/>
                  <a:pt x="46892" y="41654"/>
                  <a:pt x="46892" y="35169"/>
                </a:cubicBezTo>
                <a:close/>
                <a:moveTo>
                  <a:pt x="58615" y="64477"/>
                </a:moveTo>
                <a:lnTo>
                  <a:pt x="105508" y="64477"/>
                </a:lnTo>
                <a:cubicBezTo>
                  <a:pt x="111992" y="64477"/>
                  <a:pt x="117231" y="69716"/>
                  <a:pt x="117231" y="76200"/>
                </a:cubicBezTo>
                <a:cubicBezTo>
                  <a:pt x="117231" y="82684"/>
                  <a:pt x="111992" y="87923"/>
                  <a:pt x="105508" y="87923"/>
                </a:cubicBezTo>
                <a:lnTo>
                  <a:pt x="58615" y="87923"/>
                </a:lnTo>
                <a:cubicBezTo>
                  <a:pt x="52131" y="87923"/>
                  <a:pt x="46892" y="82684"/>
                  <a:pt x="46892" y="76200"/>
                </a:cubicBezTo>
                <a:cubicBezTo>
                  <a:pt x="46892" y="69716"/>
                  <a:pt x="52131" y="64477"/>
                  <a:pt x="58615" y="64477"/>
                </a:cubicBezTo>
                <a:close/>
                <a:moveTo>
                  <a:pt x="58615" y="105508"/>
                </a:moveTo>
                <a:lnTo>
                  <a:pt x="152400" y="105508"/>
                </a:lnTo>
                <a:cubicBezTo>
                  <a:pt x="158884" y="105508"/>
                  <a:pt x="164123" y="110746"/>
                  <a:pt x="164123" y="117231"/>
                </a:cubicBezTo>
                <a:cubicBezTo>
                  <a:pt x="164123" y="123715"/>
                  <a:pt x="158884" y="128954"/>
                  <a:pt x="152400" y="128954"/>
                </a:cubicBezTo>
                <a:lnTo>
                  <a:pt x="58615" y="128954"/>
                </a:lnTo>
                <a:cubicBezTo>
                  <a:pt x="52131" y="128954"/>
                  <a:pt x="46892" y="123715"/>
                  <a:pt x="46892" y="117231"/>
                </a:cubicBezTo>
                <a:cubicBezTo>
                  <a:pt x="46892" y="110746"/>
                  <a:pt x="52131" y="105508"/>
                  <a:pt x="58615" y="105508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545573"/>
            <a:ext cx="5073748" cy="262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7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Team Performance Comparison</a:t>
            </a:r>
            <a:endParaRPr lang="en-US" sz="1600" dirty="0"/>
          </a:p>
        </p:txBody>
      </p:sp>
      <p:pic>
        <p:nvPicPr>
          <p:cNvPr id="8" name="Image 0" descr="https://kimi-img.moonshot.cn/pub/slides/26-03-06-01:00:28-d6krdb4r4djoecur61c0.png"/>
          <p:cNvPicPr>
            <a:picLocks noChangeAspect="1"/>
          </p:cNvPicPr>
          <p:nvPr/>
        </p:nvPicPr>
        <p:blipFill>
          <a:blip r:embed="rId3"/>
          <a:srcRect t="37" b="37"/>
          <a:stretch/>
        </p:blipFill>
        <p:spPr>
          <a:xfrm>
            <a:off x="570210" y="1958226"/>
            <a:ext cx="5120640" cy="1875692"/>
          </a:xfrm>
          <a:prstGeom prst="roundRect">
            <a:avLst>
              <a:gd name="adj" fmla="val 0"/>
            </a:avLst>
          </a:prstGeom>
        </p:spPr>
      </p:pic>
      <p:sp>
        <p:nvSpPr>
          <p:cNvPr id="9" name="Shape 6"/>
          <p:cNvSpPr/>
          <p:nvPr/>
        </p:nvSpPr>
        <p:spPr>
          <a:xfrm>
            <a:off x="378890" y="4182795"/>
            <a:ext cx="5597066" cy="2670986"/>
          </a:xfrm>
          <a:custGeom>
            <a:avLst/>
            <a:gdLst/>
            <a:ahLst/>
            <a:cxnLst/>
            <a:rect l="l" t="t" r="r" b="b"/>
            <a:pathLst>
              <a:path w="5597066" h="2670986">
                <a:moveTo>
                  <a:pt x="150056" y="0"/>
                </a:moveTo>
                <a:lnTo>
                  <a:pt x="5447010" y="0"/>
                </a:lnTo>
                <a:cubicBezTo>
                  <a:pt x="5529828" y="0"/>
                  <a:pt x="5597066" y="67238"/>
                  <a:pt x="5597066" y="150056"/>
                </a:cubicBezTo>
                <a:lnTo>
                  <a:pt x="5597066" y="2520930"/>
                </a:lnTo>
                <a:cubicBezTo>
                  <a:pt x="5597066" y="2603803"/>
                  <a:pt x="5529883" y="2670986"/>
                  <a:pt x="5447010" y="2670986"/>
                </a:cubicBezTo>
                <a:lnTo>
                  <a:pt x="150056" y="2670986"/>
                </a:lnTo>
                <a:cubicBezTo>
                  <a:pt x="67238" y="2670986"/>
                  <a:pt x="0" y="2603748"/>
                  <a:pt x="0" y="2520930"/>
                </a:cubicBezTo>
                <a:lnTo>
                  <a:pt x="0" y="150056"/>
                </a:lnTo>
                <a:cubicBezTo>
                  <a:pt x="0" y="67238"/>
                  <a:pt x="67238" y="0"/>
                  <a:pt x="150056" y="0"/>
                </a:cubicBezTo>
                <a:close/>
              </a:path>
            </a:pathLst>
          </a:custGeom>
          <a:solidFill>
            <a:srgbClr val="1E293B"/>
          </a:solidFill>
          <a:ln w="10160">
            <a:solidFill>
              <a:srgbClr val="F97316">
                <a:alpha val="30196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3657" y="4411627"/>
            <a:ext cx="187569" cy="187569"/>
          </a:xfrm>
          <a:custGeom>
            <a:avLst/>
            <a:gdLst/>
            <a:ahLst/>
            <a:cxnLst/>
            <a:rect l="l" t="t" r="r" b="b"/>
            <a:pathLst>
              <a:path w="187569" h="187569">
                <a:moveTo>
                  <a:pt x="11723" y="11723"/>
                </a:moveTo>
                <a:cubicBezTo>
                  <a:pt x="18207" y="11723"/>
                  <a:pt x="23446" y="16962"/>
                  <a:pt x="23446" y="23446"/>
                </a:cubicBezTo>
                <a:lnTo>
                  <a:pt x="23446" y="146538"/>
                </a:lnTo>
                <a:cubicBezTo>
                  <a:pt x="23446" y="149762"/>
                  <a:pt x="26084" y="152400"/>
                  <a:pt x="29308" y="152400"/>
                </a:cubicBezTo>
                <a:lnTo>
                  <a:pt x="175846" y="152400"/>
                </a:lnTo>
                <a:cubicBezTo>
                  <a:pt x="182330" y="152400"/>
                  <a:pt x="187569" y="157639"/>
                  <a:pt x="187569" y="164123"/>
                </a:cubicBezTo>
                <a:cubicBezTo>
                  <a:pt x="187569" y="170607"/>
                  <a:pt x="182330" y="175846"/>
                  <a:pt x="175846" y="175846"/>
                </a:cubicBezTo>
                <a:lnTo>
                  <a:pt x="29308" y="175846"/>
                </a:lnTo>
                <a:cubicBezTo>
                  <a:pt x="13115" y="175846"/>
                  <a:pt x="0" y="162731"/>
                  <a:pt x="0" y="146538"/>
                </a:cubicBezTo>
                <a:lnTo>
                  <a:pt x="0" y="23446"/>
                </a:lnTo>
                <a:cubicBezTo>
                  <a:pt x="0" y="16962"/>
                  <a:pt x="5239" y="11723"/>
                  <a:pt x="11723" y="11723"/>
                </a:cubicBezTo>
                <a:close/>
                <a:moveTo>
                  <a:pt x="87923" y="35169"/>
                </a:moveTo>
                <a:cubicBezTo>
                  <a:pt x="90378" y="35169"/>
                  <a:pt x="92722" y="36195"/>
                  <a:pt x="94407" y="38027"/>
                </a:cubicBezTo>
                <a:lnTo>
                  <a:pt x="120455" y="66419"/>
                </a:lnTo>
                <a:lnTo>
                  <a:pt x="137380" y="49457"/>
                </a:lnTo>
                <a:cubicBezTo>
                  <a:pt x="140823" y="46013"/>
                  <a:pt x="146392" y="46013"/>
                  <a:pt x="149799" y="49457"/>
                </a:cubicBezTo>
                <a:lnTo>
                  <a:pt x="173245" y="72903"/>
                </a:lnTo>
                <a:cubicBezTo>
                  <a:pt x="174894" y="74551"/>
                  <a:pt x="175810" y="76786"/>
                  <a:pt x="175810" y="79131"/>
                </a:cubicBezTo>
                <a:lnTo>
                  <a:pt x="175810" y="120162"/>
                </a:lnTo>
                <a:cubicBezTo>
                  <a:pt x="175810" y="125034"/>
                  <a:pt x="171890" y="128954"/>
                  <a:pt x="167017" y="128954"/>
                </a:cubicBezTo>
                <a:lnTo>
                  <a:pt x="55648" y="128954"/>
                </a:lnTo>
                <a:cubicBezTo>
                  <a:pt x="50776" y="128954"/>
                  <a:pt x="46856" y="125034"/>
                  <a:pt x="46856" y="120162"/>
                </a:cubicBezTo>
                <a:lnTo>
                  <a:pt x="46856" y="79131"/>
                </a:lnTo>
                <a:cubicBezTo>
                  <a:pt x="46856" y="76933"/>
                  <a:pt x="47698" y="74808"/>
                  <a:pt x="49164" y="73196"/>
                </a:cubicBezTo>
                <a:lnTo>
                  <a:pt x="81402" y="38027"/>
                </a:lnTo>
                <a:cubicBezTo>
                  <a:pt x="83051" y="36195"/>
                  <a:pt x="85432" y="35169"/>
                  <a:pt x="87886" y="35169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804672" y="4374114"/>
            <a:ext cx="5073748" cy="262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7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Runs Distribution</a:t>
            </a:r>
            <a:endParaRPr lang="en-US" sz="1600" dirty="0"/>
          </a:p>
        </p:txBody>
      </p:sp>
      <p:pic>
        <p:nvPicPr>
          <p:cNvPr id="12" name="Image 1" descr="https://kimi-img.moonshot.cn/pub/slides/26-03-06-01:00:28-d6krdb4rhklalo1g0ovg.png"/>
          <p:cNvPicPr>
            <a:picLocks noChangeAspect="1"/>
          </p:cNvPicPr>
          <p:nvPr/>
        </p:nvPicPr>
        <p:blipFill>
          <a:blip r:embed="rId4"/>
          <a:srcRect t="37" b="37"/>
          <a:stretch/>
        </p:blipFill>
        <p:spPr>
          <a:xfrm>
            <a:off x="570210" y="4786766"/>
            <a:ext cx="5120640" cy="1875692"/>
          </a:xfrm>
          <a:prstGeom prst="roundRect">
            <a:avLst>
              <a:gd name="adj" fmla="val 0"/>
            </a:avLst>
          </a:prstGeom>
        </p:spPr>
      </p:pic>
      <p:sp>
        <p:nvSpPr>
          <p:cNvPr id="13" name="Shape 9"/>
          <p:cNvSpPr/>
          <p:nvPr/>
        </p:nvSpPr>
        <p:spPr>
          <a:xfrm>
            <a:off x="6210183" y="1354250"/>
            <a:ext cx="5597066" cy="2670986"/>
          </a:xfrm>
          <a:custGeom>
            <a:avLst/>
            <a:gdLst/>
            <a:ahLst/>
            <a:cxnLst/>
            <a:rect l="l" t="t" r="r" b="b"/>
            <a:pathLst>
              <a:path w="5597066" h="2670986">
                <a:moveTo>
                  <a:pt x="150056" y="0"/>
                </a:moveTo>
                <a:lnTo>
                  <a:pt x="5447010" y="0"/>
                </a:lnTo>
                <a:cubicBezTo>
                  <a:pt x="5529828" y="0"/>
                  <a:pt x="5597066" y="67238"/>
                  <a:pt x="5597066" y="150056"/>
                </a:cubicBezTo>
                <a:lnTo>
                  <a:pt x="5597066" y="2520930"/>
                </a:lnTo>
                <a:cubicBezTo>
                  <a:pt x="5597066" y="2603803"/>
                  <a:pt x="5529883" y="2670986"/>
                  <a:pt x="5447010" y="2670986"/>
                </a:cubicBezTo>
                <a:lnTo>
                  <a:pt x="150056" y="2670986"/>
                </a:lnTo>
                <a:cubicBezTo>
                  <a:pt x="67238" y="2670986"/>
                  <a:pt x="0" y="2603748"/>
                  <a:pt x="0" y="2520930"/>
                </a:cubicBezTo>
                <a:lnTo>
                  <a:pt x="0" y="150056"/>
                </a:lnTo>
                <a:cubicBezTo>
                  <a:pt x="0" y="67238"/>
                  <a:pt x="67238" y="0"/>
                  <a:pt x="150056" y="0"/>
                </a:cubicBezTo>
                <a:close/>
              </a:path>
            </a:pathLst>
          </a:custGeom>
          <a:solidFill>
            <a:srgbClr val="1E293B"/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1503" y="1583087"/>
            <a:ext cx="234462" cy="187569"/>
          </a:xfrm>
          <a:custGeom>
            <a:avLst/>
            <a:gdLst/>
            <a:ahLst/>
            <a:cxnLst/>
            <a:rect l="l" t="t" r="r" b="b"/>
            <a:pathLst>
              <a:path w="234462" h="187569">
                <a:moveTo>
                  <a:pt x="211015" y="17585"/>
                </a:moveTo>
                <a:cubicBezTo>
                  <a:pt x="211015" y="13518"/>
                  <a:pt x="208927" y="9745"/>
                  <a:pt x="205447" y="7620"/>
                </a:cubicBezTo>
                <a:cubicBezTo>
                  <a:pt x="201967" y="5495"/>
                  <a:pt x="197680" y="5275"/>
                  <a:pt x="194054" y="7107"/>
                </a:cubicBezTo>
                <a:lnTo>
                  <a:pt x="151484" y="28392"/>
                </a:lnTo>
                <a:lnTo>
                  <a:pt x="85762" y="6448"/>
                </a:lnTo>
                <a:cubicBezTo>
                  <a:pt x="82794" y="5459"/>
                  <a:pt x="79607" y="5678"/>
                  <a:pt x="76823" y="7070"/>
                </a:cubicBezTo>
                <a:lnTo>
                  <a:pt x="29930" y="30517"/>
                </a:lnTo>
                <a:cubicBezTo>
                  <a:pt x="25937" y="32532"/>
                  <a:pt x="23446" y="36598"/>
                  <a:pt x="23446" y="41031"/>
                </a:cubicBezTo>
                <a:lnTo>
                  <a:pt x="23446" y="169985"/>
                </a:lnTo>
                <a:cubicBezTo>
                  <a:pt x="23446" y="174051"/>
                  <a:pt x="25534" y="177824"/>
                  <a:pt x="29015" y="179949"/>
                </a:cubicBezTo>
                <a:cubicBezTo>
                  <a:pt x="32495" y="182074"/>
                  <a:pt x="36781" y="182294"/>
                  <a:pt x="40408" y="180462"/>
                </a:cubicBezTo>
                <a:lnTo>
                  <a:pt x="82941" y="159177"/>
                </a:lnTo>
                <a:lnTo>
                  <a:pt x="146429" y="180352"/>
                </a:lnTo>
                <a:cubicBezTo>
                  <a:pt x="144853" y="178008"/>
                  <a:pt x="143315" y="175553"/>
                  <a:pt x="141813" y="173062"/>
                </a:cubicBezTo>
                <a:cubicBezTo>
                  <a:pt x="137783" y="166358"/>
                  <a:pt x="133790" y="158665"/>
                  <a:pt x="130822" y="150422"/>
                </a:cubicBezTo>
                <a:lnTo>
                  <a:pt x="93748" y="138076"/>
                </a:lnTo>
                <a:lnTo>
                  <a:pt x="93748" y="33850"/>
                </a:lnTo>
                <a:lnTo>
                  <a:pt x="140640" y="49493"/>
                </a:lnTo>
                <a:lnTo>
                  <a:pt x="140640" y="85872"/>
                </a:lnTo>
                <a:cubicBezTo>
                  <a:pt x="151997" y="72756"/>
                  <a:pt x="168849" y="64477"/>
                  <a:pt x="187533" y="64477"/>
                </a:cubicBezTo>
                <a:cubicBezTo>
                  <a:pt x="195812" y="64477"/>
                  <a:pt x="203725" y="66089"/>
                  <a:pt x="210979" y="69056"/>
                </a:cubicBezTo>
                <a:lnTo>
                  <a:pt x="211015" y="17585"/>
                </a:lnTo>
                <a:close/>
                <a:moveTo>
                  <a:pt x="187569" y="82062"/>
                </a:moveTo>
                <a:cubicBezTo>
                  <a:pt x="163280" y="82062"/>
                  <a:pt x="143608" y="101405"/>
                  <a:pt x="143608" y="125254"/>
                </a:cubicBezTo>
                <a:cubicBezTo>
                  <a:pt x="143608" y="150495"/>
                  <a:pt x="167090" y="180352"/>
                  <a:pt x="179729" y="194603"/>
                </a:cubicBezTo>
                <a:cubicBezTo>
                  <a:pt x="183979" y="199366"/>
                  <a:pt x="191196" y="199366"/>
                  <a:pt x="195446" y="194603"/>
                </a:cubicBezTo>
                <a:cubicBezTo>
                  <a:pt x="208085" y="180352"/>
                  <a:pt x="231567" y="150495"/>
                  <a:pt x="231567" y="125254"/>
                </a:cubicBezTo>
                <a:cubicBezTo>
                  <a:pt x="231567" y="101405"/>
                  <a:pt x="211895" y="82062"/>
                  <a:pt x="187606" y="82062"/>
                </a:cubicBezTo>
                <a:close/>
                <a:moveTo>
                  <a:pt x="172915" y="126023"/>
                </a:moveTo>
                <a:cubicBezTo>
                  <a:pt x="172915" y="117935"/>
                  <a:pt x="179482" y="111369"/>
                  <a:pt x="187569" y="111369"/>
                </a:cubicBezTo>
                <a:cubicBezTo>
                  <a:pt x="195657" y="111369"/>
                  <a:pt x="202223" y="117935"/>
                  <a:pt x="202223" y="126023"/>
                </a:cubicBezTo>
                <a:cubicBezTo>
                  <a:pt x="202223" y="134111"/>
                  <a:pt x="195657" y="140677"/>
                  <a:pt x="187569" y="140677"/>
                </a:cubicBezTo>
                <a:cubicBezTo>
                  <a:pt x="179482" y="140677"/>
                  <a:pt x="172915" y="134111"/>
                  <a:pt x="172915" y="126023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5" name="Text 11"/>
          <p:cNvSpPr/>
          <p:nvPr/>
        </p:nvSpPr>
        <p:spPr>
          <a:xfrm>
            <a:off x="6635965" y="1545573"/>
            <a:ext cx="5073748" cy="262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7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Performance by City</a:t>
            </a:r>
            <a:endParaRPr lang="en-US" sz="1600" dirty="0"/>
          </a:p>
        </p:txBody>
      </p:sp>
      <p:pic>
        <p:nvPicPr>
          <p:cNvPr id="16" name="Image 2" descr="https://kimi-img.moonshot.cn/pub/slides/26-03-06-01:00:30-d6krdbn826pop05cesg0.png"/>
          <p:cNvPicPr>
            <a:picLocks noChangeAspect="1"/>
          </p:cNvPicPr>
          <p:nvPr/>
        </p:nvPicPr>
        <p:blipFill>
          <a:blip r:embed="rId5"/>
          <a:srcRect t="37" b="37"/>
          <a:stretch/>
        </p:blipFill>
        <p:spPr>
          <a:xfrm>
            <a:off x="6401503" y="1958226"/>
            <a:ext cx="5120640" cy="1875692"/>
          </a:xfrm>
          <a:prstGeom prst="roundRect">
            <a:avLst>
              <a:gd name="adj" fmla="val 0"/>
            </a:avLst>
          </a:prstGeom>
        </p:spPr>
      </p:pic>
      <p:sp>
        <p:nvSpPr>
          <p:cNvPr id="17" name="Shape 12"/>
          <p:cNvSpPr/>
          <p:nvPr/>
        </p:nvSpPr>
        <p:spPr>
          <a:xfrm>
            <a:off x="6210183" y="4182795"/>
            <a:ext cx="5597066" cy="2033250"/>
          </a:xfrm>
          <a:custGeom>
            <a:avLst/>
            <a:gdLst/>
            <a:ahLst/>
            <a:cxnLst/>
            <a:rect l="l" t="t" r="r" b="b"/>
            <a:pathLst>
              <a:path w="5597066" h="2033250">
                <a:moveTo>
                  <a:pt x="150054" y="0"/>
                </a:moveTo>
                <a:lnTo>
                  <a:pt x="5447012" y="0"/>
                </a:lnTo>
                <a:cubicBezTo>
                  <a:pt x="5529884" y="0"/>
                  <a:pt x="5597066" y="67181"/>
                  <a:pt x="5597066" y="150054"/>
                </a:cubicBezTo>
                <a:lnTo>
                  <a:pt x="5597066" y="1883197"/>
                </a:lnTo>
                <a:cubicBezTo>
                  <a:pt x="5597066" y="1966069"/>
                  <a:pt x="5529884" y="2033250"/>
                  <a:pt x="5447012" y="2033250"/>
                </a:cubicBezTo>
                <a:lnTo>
                  <a:pt x="150054" y="2033250"/>
                </a:lnTo>
                <a:cubicBezTo>
                  <a:pt x="67181" y="2033250"/>
                  <a:pt x="0" y="1966069"/>
                  <a:pt x="0" y="1883197"/>
                </a:cubicBezTo>
                <a:lnTo>
                  <a:pt x="0" y="150054"/>
                </a:lnTo>
                <a:cubicBezTo>
                  <a:pt x="0" y="67181"/>
                  <a:pt x="67181" y="0"/>
                  <a:pt x="150054" y="0"/>
                </a:cubicBezTo>
                <a:close/>
              </a:path>
            </a:pathLst>
          </a:custGeom>
          <a:solidFill>
            <a:srgbClr val="1E293B"/>
          </a:solidFill>
          <a:ln w="10160">
            <a:solidFill>
              <a:srgbClr val="F97316">
                <a:alpha val="30196"/>
              </a:srgbClr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424950" y="4411627"/>
            <a:ext cx="187569" cy="187569"/>
          </a:xfrm>
          <a:custGeom>
            <a:avLst/>
            <a:gdLst/>
            <a:ahLst/>
            <a:cxnLst/>
            <a:rect l="l" t="t" r="r" b="b"/>
            <a:pathLst>
              <a:path w="187569" h="187569">
                <a:moveTo>
                  <a:pt x="23446" y="23446"/>
                </a:moveTo>
                <a:cubicBezTo>
                  <a:pt x="23446" y="16962"/>
                  <a:pt x="18207" y="11723"/>
                  <a:pt x="11723" y="11723"/>
                </a:cubicBezTo>
                <a:cubicBezTo>
                  <a:pt x="5239" y="11723"/>
                  <a:pt x="0" y="16962"/>
                  <a:pt x="0" y="23446"/>
                </a:cubicBezTo>
                <a:lnTo>
                  <a:pt x="0" y="146538"/>
                </a:lnTo>
                <a:cubicBezTo>
                  <a:pt x="0" y="162731"/>
                  <a:pt x="13115" y="175846"/>
                  <a:pt x="29308" y="175846"/>
                </a:cubicBezTo>
                <a:lnTo>
                  <a:pt x="175846" y="175846"/>
                </a:lnTo>
                <a:cubicBezTo>
                  <a:pt x="182330" y="175846"/>
                  <a:pt x="187569" y="170607"/>
                  <a:pt x="187569" y="164123"/>
                </a:cubicBezTo>
                <a:cubicBezTo>
                  <a:pt x="187569" y="157639"/>
                  <a:pt x="182330" y="152400"/>
                  <a:pt x="175846" y="152400"/>
                </a:cubicBezTo>
                <a:lnTo>
                  <a:pt x="29308" y="152400"/>
                </a:lnTo>
                <a:cubicBezTo>
                  <a:pt x="26084" y="152400"/>
                  <a:pt x="23446" y="149762"/>
                  <a:pt x="23446" y="146538"/>
                </a:cubicBezTo>
                <a:lnTo>
                  <a:pt x="23446" y="23446"/>
                </a:lnTo>
                <a:close/>
                <a:moveTo>
                  <a:pt x="172403" y="55172"/>
                </a:moveTo>
                <a:cubicBezTo>
                  <a:pt x="176982" y="50592"/>
                  <a:pt x="176982" y="43156"/>
                  <a:pt x="172403" y="38576"/>
                </a:cubicBezTo>
                <a:cubicBezTo>
                  <a:pt x="167823" y="33997"/>
                  <a:pt x="160386" y="33997"/>
                  <a:pt x="155807" y="38576"/>
                </a:cubicBezTo>
                <a:lnTo>
                  <a:pt x="117231" y="77189"/>
                </a:lnTo>
                <a:lnTo>
                  <a:pt x="96203" y="56198"/>
                </a:lnTo>
                <a:cubicBezTo>
                  <a:pt x="91623" y="51618"/>
                  <a:pt x="84186" y="51618"/>
                  <a:pt x="79607" y="56198"/>
                </a:cubicBezTo>
                <a:lnTo>
                  <a:pt x="44438" y="91367"/>
                </a:lnTo>
                <a:cubicBezTo>
                  <a:pt x="39858" y="95946"/>
                  <a:pt x="39858" y="103383"/>
                  <a:pt x="44438" y="107962"/>
                </a:cubicBezTo>
                <a:cubicBezTo>
                  <a:pt x="49017" y="112542"/>
                  <a:pt x="56454" y="112542"/>
                  <a:pt x="61033" y="107962"/>
                </a:cubicBezTo>
                <a:lnTo>
                  <a:pt x="87923" y="81072"/>
                </a:lnTo>
                <a:lnTo>
                  <a:pt x="108951" y="102101"/>
                </a:lnTo>
                <a:cubicBezTo>
                  <a:pt x="113531" y="106680"/>
                  <a:pt x="120968" y="106680"/>
                  <a:pt x="125547" y="102101"/>
                </a:cubicBezTo>
                <a:lnTo>
                  <a:pt x="172439" y="55208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19" name="Text 14"/>
          <p:cNvSpPr/>
          <p:nvPr/>
        </p:nvSpPr>
        <p:spPr>
          <a:xfrm>
            <a:off x="6635965" y="4374114"/>
            <a:ext cx="5073748" cy="2625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77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Average Runs per Match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6401503" y="4786766"/>
            <a:ext cx="2532185" cy="900332"/>
          </a:xfrm>
          <a:custGeom>
            <a:avLst/>
            <a:gdLst/>
            <a:ahLst/>
            <a:cxnLst/>
            <a:rect l="l" t="t" r="r" b="b"/>
            <a:pathLst>
              <a:path w="2532185" h="900332">
                <a:moveTo>
                  <a:pt x="112542" y="0"/>
                </a:moveTo>
                <a:lnTo>
                  <a:pt x="2419643" y="0"/>
                </a:lnTo>
                <a:cubicBezTo>
                  <a:pt x="2481798" y="0"/>
                  <a:pt x="2532185" y="50387"/>
                  <a:pt x="2532185" y="112542"/>
                </a:cubicBezTo>
                <a:lnTo>
                  <a:pt x="2532185" y="787791"/>
                </a:lnTo>
                <a:cubicBezTo>
                  <a:pt x="2532185" y="849946"/>
                  <a:pt x="2481798" y="900332"/>
                  <a:pt x="2419643" y="900332"/>
                </a:cubicBezTo>
                <a:lnTo>
                  <a:pt x="112542" y="900332"/>
                </a:lnTo>
                <a:cubicBezTo>
                  <a:pt x="50387" y="900332"/>
                  <a:pt x="0" y="849946"/>
                  <a:pt x="0" y="787791"/>
                </a:cubicBezTo>
                <a:lnTo>
                  <a:pt x="0" y="112542"/>
                </a:lnTo>
                <a:cubicBezTo>
                  <a:pt x="0" y="50387"/>
                  <a:pt x="50387" y="0"/>
                  <a:pt x="112542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1" name="Text 16"/>
          <p:cNvSpPr/>
          <p:nvPr/>
        </p:nvSpPr>
        <p:spPr>
          <a:xfrm>
            <a:off x="6467153" y="4936821"/>
            <a:ext cx="2400886" cy="37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658" b="1" dirty="0">
                <a:solidFill>
                  <a:srgbClr val="3B82F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165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518734" y="5349474"/>
            <a:ext cx="2297723" cy="18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4" dirty="0">
                <a:solidFill>
                  <a:srgbClr val="F8FAFC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1st Innings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9084564" y="4786766"/>
            <a:ext cx="2532185" cy="900332"/>
          </a:xfrm>
          <a:custGeom>
            <a:avLst/>
            <a:gdLst/>
            <a:ahLst/>
            <a:cxnLst/>
            <a:rect l="l" t="t" r="r" b="b"/>
            <a:pathLst>
              <a:path w="2532185" h="900332">
                <a:moveTo>
                  <a:pt x="112542" y="0"/>
                </a:moveTo>
                <a:lnTo>
                  <a:pt x="2419643" y="0"/>
                </a:lnTo>
                <a:cubicBezTo>
                  <a:pt x="2481798" y="0"/>
                  <a:pt x="2532185" y="50387"/>
                  <a:pt x="2532185" y="112542"/>
                </a:cubicBezTo>
                <a:lnTo>
                  <a:pt x="2532185" y="787791"/>
                </a:lnTo>
                <a:cubicBezTo>
                  <a:pt x="2532185" y="849946"/>
                  <a:pt x="2481798" y="900332"/>
                  <a:pt x="2419643" y="900332"/>
                </a:cubicBezTo>
                <a:lnTo>
                  <a:pt x="112542" y="900332"/>
                </a:lnTo>
                <a:cubicBezTo>
                  <a:pt x="50387" y="900332"/>
                  <a:pt x="0" y="849946"/>
                  <a:pt x="0" y="787791"/>
                </a:cubicBezTo>
                <a:lnTo>
                  <a:pt x="0" y="112542"/>
                </a:lnTo>
                <a:cubicBezTo>
                  <a:pt x="0" y="50387"/>
                  <a:pt x="50387" y="0"/>
                  <a:pt x="112542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4" name="Text 19"/>
          <p:cNvSpPr/>
          <p:nvPr/>
        </p:nvSpPr>
        <p:spPr>
          <a:xfrm>
            <a:off x="9150214" y="4936821"/>
            <a:ext cx="2400886" cy="375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658" b="1" dirty="0">
                <a:solidFill>
                  <a:srgbClr val="F9731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158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9201795" y="5349474"/>
            <a:ext cx="2297723" cy="18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4" dirty="0">
                <a:solidFill>
                  <a:srgbClr val="F8FAFC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2nd Innings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6368679" y="5837154"/>
            <a:ext cx="5280074" cy="187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34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Based on IPL historical data analysis (2008-2025)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953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419100"/>
                </a:lnTo>
                <a:cubicBezTo>
                  <a:pt x="76200" y="440128"/>
                  <a:pt x="59128" y="457200"/>
                  <a:pt x="38100" y="457200"/>
                </a:cubicBez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449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F9731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08 / Features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609600"/>
            <a:ext cx="4648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390650"/>
            <a:ext cx="2743200" cy="2324100"/>
          </a:xfrm>
          <a:custGeom>
            <a:avLst/>
            <a:gdLst/>
            <a:ahLst/>
            <a:cxnLst/>
            <a:rect l="l" t="t" r="r" b="b"/>
            <a:pathLst>
              <a:path w="2743200" h="2324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2171709"/>
                </a:lnTo>
                <a:cubicBezTo>
                  <a:pt x="2743200" y="2255872"/>
                  <a:pt x="2674972" y="2324100"/>
                  <a:pt x="2590809" y="2324100"/>
                </a:cubicBezTo>
                <a:lnTo>
                  <a:pt x="152391" y="2324100"/>
                </a:lnTo>
                <a:cubicBezTo>
                  <a:pt x="68228" y="2324100"/>
                  <a:pt x="0" y="2255872"/>
                  <a:pt x="0" y="2171709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381000" y="13906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571500" y="1600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81038" y="173355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1695450"/>
            <a:ext cx="1171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Batting Team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" y="2171700"/>
            <a:ext cx="2428875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Team's historical performance, batting strength, and current form significantly impact scoring potential.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71500" y="3214925"/>
            <a:ext cx="2362200" cy="304800"/>
          </a:xfrm>
          <a:custGeom>
            <a:avLst/>
            <a:gdLst/>
            <a:ahLst/>
            <a:cxnLst/>
            <a:rect l="l" t="t" r="r" b="b"/>
            <a:pathLst>
              <a:path w="2362200" h="304800">
                <a:moveTo>
                  <a:pt x="76200" y="0"/>
                </a:moveTo>
                <a:lnTo>
                  <a:pt x="2286000" y="0"/>
                </a:lnTo>
                <a:cubicBezTo>
                  <a:pt x="2328056" y="0"/>
                  <a:pt x="2362200" y="34144"/>
                  <a:pt x="2362200" y="76200"/>
                </a:cubicBezTo>
                <a:lnTo>
                  <a:pt x="2362200" y="228600"/>
                </a:lnTo>
                <a:cubicBezTo>
                  <a:pt x="2362200" y="270656"/>
                  <a:pt x="2328056" y="304800"/>
                  <a:pt x="22860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2" name="Shape 10"/>
          <p:cNvSpPr/>
          <p:nvPr/>
        </p:nvSpPr>
        <p:spPr>
          <a:xfrm>
            <a:off x="654844" y="3313988"/>
            <a:ext cx="128588" cy="114300"/>
          </a:xfrm>
          <a:custGeom>
            <a:avLst/>
            <a:gdLst/>
            <a:ahLst/>
            <a:cxnLst/>
            <a:rect l="l" t="t" r="r" b="b"/>
            <a:pathLst>
              <a:path w="128588" h="114300">
                <a:moveTo>
                  <a:pt x="69093" y="-4219"/>
                </a:moveTo>
                <a:cubicBezTo>
                  <a:pt x="68178" y="-6005"/>
                  <a:pt x="66325" y="-7144"/>
                  <a:pt x="64316" y="-7144"/>
                </a:cubicBezTo>
                <a:cubicBezTo>
                  <a:pt x="62307" y="-7144"/>
                  <a:pt x="60454" y="-6005"/>
                  <a:pt x="59539" y="-4219"/>
                </a:cubicBezTo>
                <a:lnTo>
                  <a:pt x="43108" y="27972"/>
                </a:lnTo>
                <a:lnTo>
                  <a:pt x="7412" y="33643"/>
                </a:lnTo>
                <a:cubicBezTo>
                  <a:pt x="5425" y="33955"/>
                  <a:pt x="3773" y="35362"/>
                  <a:pt x="3148" y="37281"/>
                </a:cubicBezTo>
                <a:cubicBezTo>
                  <a:pt x="2523" y="39201"/>
                  <a:pt x="3036" y="41300"/>
                  <a:pt x="4443" y="42729"/>
                </a:cubicBezTo>
                <a:lnTo>
                  <a:pt x="29981" y="68290"/>
                </a:lnTo>
                <a:lnTo>
                  <a:pt x="24356" y="103986"/>
                </a:lnTo>
                <a:cubicBezTo>
                  <a:pt x="24043" y="105973"/>
                  <a:pt x="24869" y="107982"/>
                  <a:pt x="26499" y="109165"/>
                </a:cubicBezTo>
                <a:cubicBezTo>
                  <a:pt x="28129" y="110349"/>
                  <a:pt x="30272" y="110527"/>
                  <a:pt x="32080" y="109612"/>
                </a:cubicBezTo>
                <a:lnTo>
                  <a:pt x="64316" y="93226"/>
                </a:lnTo>
                <a:lnTo>
                  <a:pt x="96530" y="109612"/>
                </a:lnTo>
                <a:cubicBezTo>
                  <a:pt x="98316" y="110527"/>
                  <a:pt x="100481" y="110349"/>
                  <a:pt x="102111" y="109165"/>
                </a:cubicBezTo>
                <a:cubicBezTo>
                  <a:pt x="103741" y="107982"/>
                  <a:pt x="104567" y="105995"/>
                  <a:pt x="104254" y="103986"/>
                </a:cubicBezTo>
                <a:lnTo>
                  <a:pt x="98606" y="68290"/>
                </a:lnTo>
                <a:lnTo>
                  <a:pt x="124145" y="42729"/>
                </a:lnTo>
                <a:cubicBezTo>
                  <a:pt x="125574" y="41300"/>
                  <a:pt x="126065" y="39201"/>
                  <a:pt x="125440" y="37281"/>
                </a:cubicBezTo>
                <a:cubicBezTo>
                  <a:pt x="124815" y="35362"/>
                  <a:pt x="123185" y="33955"/>
                  <a:pt x="121176" y="33643"/>
                </a:cubicBezTo>
                <a:lnTo>
                  <a:pt x="85502" y="27972"/>
                </a:lnTo>
                <a:lnTo>
                  <a:pt x="69093" y="-4219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819150" y="3291125"/>
            <a:ext cx="2095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9731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High Impact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76600" y="1390650"/>
            <a:ext cx="2743200" cy="2324100"/>
          </a:xfrm>
          <a:custGeom>
            <a:avLst/>
            <a:gdLst/>
            <a:ahLst/>
            <a:cxnLst/>
            <a:rect l="l" t="t" r="r" b="b"/>
            <a:pathLst>
              <a:path w="2743200" h="2324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2171709"/>
                </a:lnTo>
                <a:cubicBezTo>
                  <a:pt x="2743200" y="2255872"/>
                  <a:pt x="2674972" y="2324100"/>
                  <a:pt x="2590809" y="2324100"/>
                </a:cubicBezTo>
                <a:lnTo>
                  <a:pt x="152391" y="2324100"/>
                </a:lnTo>
                <a:cubicBezTo>
                  <a:pt x="68228" y="2324100"/>
                  <a:pt x="0" y="2255872"/>
                  <a:pt x="0" y="2171709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3276600" y="13906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16" name="Shape 14"/>
          <p:cNvSpPr/>
          <p:nvPr/>
        </p:nvSpPr>
        <p:spPr>
          <a:xfrm>
            <a:off x="3467100" y="1600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97316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3600450" y="17335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4038600" y="1695450"/>
            <a:ext cx="1247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Bowling Team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67100" y="2171700"/>
            <a:ext cx="2428875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Opposition's bowling attack quality and historical economy rates affect scoring difficulty.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467100" y="3214925"/>
            <a:ext cx="2362200" cy="304800"/>
          </a:xfrm>
          <a:custGeom>
            <a:avLst/>
            <a:gdLst/>
            <a:ahLst/>
            <a:cxnLst/>
            <a:rect l="l" t="t" r="r" b="b"/>
            <a:pathLst>
              <a:path w="2362200" h="304800">
                <a:moveTo>
                  <a:pt x="76200" y="0"/>
                </a:moveTo>
                <a:lnTo>
                  <a:pt x="2286000" y="0"/>
                </a:lnTo>
                <a:cubicBezTo>
                  <a:pt x="2328056" y="0"/>
                  <a:pt x="2362200" y="34144"/>
                  <a:pt x="2362200" y="76200"/>
                </a:cubicBezTo>
                <a:lnTo>
                  <a:pt x="2362200" y="228600"/>
                </a:lnTo>
                <a:cubicBezTo>
                  <a:pt x="2362200" y="270656"/>
                  <a:pt x="2328056" y="304800"/>
                  <a:pt x="22860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1" name="Shape 19"/>
          <p:cNvSpPr/>
          <p:nvPr/>
        </p:nvSpPr>
        <p:spPr>
          <a:xfrm>
            <a:off x="3550444" y="3313988"/>
            <a:ext cx="128588" cy="114300"/>
          </a:xfrm>
          <a:custGeom>
            <a:avLst/>
            <a:gdLst/>
            <a:ahLst/>
            <a:cxnLst/>
            <a:rect l="l" t="t" r="r" b="b"/>
            <a:pathLst>
              <a:path w="128588" h="114300">
                <a:moveTo>
                  <a:pt x="69093" y="-4219"/>
                </a:moveTo>
                <a:cubicBezTo>
                  <a:pt x="68178" y="-6005"/>
                  <a:pt x="66325" y="-7144"/>
                  <a:pt x="64316" y="-7144"/>
                </a:cubicBezTo>
                <a:cubicBezTo>
                  <a:pt x="62307" y="-7144"/>
                  <a:pt x="60454" y="-6005"/>
                  <a:pt x="59539" y="-4219"/>
                </a:cubicBezTo>
                <a:lnTo>
                  <a:pt x="43108" y="27972"/>
                </a:lnTo>
                <a:lnTo>
                  <a:pt x="7412" y="33643"/>
                </a:lnTo>
                <a:cubicBezTo>
                  <a:pt x="5425" y="33955"/>
                  <a:pt x="3773" y="35362"/>
                  <a:pt x="3148" y="37281"/>
                </a:cubicBezTo>
                <a:cubicBezTo>
                  <a:pt x="2523" y="39201"/>
                  <a:pt x="3036" y="41300"/>
                  <a:pt x="4443" y="42729"/>
                </a:cubicBezTo>
                <a:lnTo>
                  <a:pt x="29981" y="68290"/>
                </a:lnTo>
                <a:lnTo>
                  <a:pt x="24356" y="103986"/>
                </a:lnTo>
                <a:cubicBezTo>
                  <a:pt x="24043" y="105973"/>
                  <a:pt x="24869" y="107982"/>
                  <a:pt x="26499" y="109165"/>
                </a:cubicBezTo>
                <a:cubicBezTo>
                  <a:pt x="28129" y="110349"/>
                  <a:pt x="30272" y="110527"/>
                  <a:pt x="32080" y="109612"/>
                </a:cubicBezTo>
                <a:lnTo>
                  <a:pt x="64316" y="93226"/>
                </a:lnTo>
                <a:lnTo>
                  <a:pt x="96530" y="109612"/>
                </a:lnTo>
                <a:cubicBezTo>
                  <a:pt x="98316" y="110527"/>
                  <a:pt x="100481" y="110349"/>
                  <a:pt x="102111" y="109165"/>
                </a:cubicBezTo>
                <a:cubicBezTo>
                  <a:pt x="103741" y="107982"/>
                  <a:pt x="104567" y="105995"/>
                  <a:pt x="104254" y="103986"/>
                </a:cubicBezTo>
                <a:lnTo>
                  <a:pt x="98606" y="68290"/>
                </a:lnTo>
                <a:lnTo>
                  <a:pt x="124145" y="42729"/>
                </a:lnTo>
                <a:cubicBezTo>
                  <a:pt x="125574" y="41300"/>
                  <a:pt x="126065" y="39201"/>
                  <a:pt x="125440" y="37281"/>
                </a:cubicBezTo>
                <a:cubicBezTo>
                  <a:pt x="124815" y="35362"/>
                  <a:pt x="123185" y="33955"/>
                  <a:pt x="121176" y="33643"/>
                </a:cubicBezTo>
                <a:lnTo>
                  <a:pt x="85502" y="27972"/>
                </a:lnTo>
                <a:lnTo>
                  <a:pt x="69093" y="-4219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22" name="Text 20"/>
          <p:cNvSpPr/>
          <p:nvPr/>
        </p:nvSpPr>
        <p:spPr>
          <a:xfrm>
            <a:off x="3714750" y="3291125"/>
            <a:ext cx="2095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9731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High Impact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72200" y="1390650"/>
            <a:ext cx="2743200" cy="2324100"/>
          </a:xfrm>
          <a:custGeom>
            <a:avLst/>
            <a:gdLst/>
            <a:ahLst/>
            <a:cxnLst/>
            <a:rect l="l" t="t" r="r" b="b"/>
            <a:pathLst>
              <a:path w="2743200" h="2324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2171709"/>
                </a:lnTo>
                <a:cubicBezTo>
                  <a:pt x="2743200" y="2255872"/>
                  <a:pt x="2674972" y="2324100"/>
                  <a:pt x="2590809" y="2324100"/>
                </a:cubicBezTo>
                <a:lnTo>
                  <a:pt x="152391" y="2324100"/>
                </a:lnTo>
                <a:cubicBezTo>
                  <a:pt x="68228" y="2324100"/>
                  <a:pt x="0" y="2255872"/>
                  <a:pt x="0" y="2171709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24" name="Shape 22"/>
          <p:cNvSpPr/>
          <p:nvPr/>
        </p:nvSpPr>
        <p:spPr>
          <a:xfrm>
            <a:off x="6172200" y="13906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5" name="Shape 23"/>
          <p:cNvSpPr/>
          <p:nvPr/>
        </p:nvSpPr>
        <p:spPr>
          <a:xfrm>
            <a:off x="6362700" y="1600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519863" y="173355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70172"/>
                </a:moveTo>
                <a:cubicBezTo>
                  <a:pt x="0" y="31403"/>
                  <a:pt x="31998" y="0"/>
                  <a:pt x="71438" y="0"/>
                </a:cubicBezTo>
                <a:cubicBezTo>
                  <a:pt x="110877" y="0"/>
                  <a:pt x="142875" y="31403"/>
                  <a:pt x="142875" y="70172"/>
                </a:cubicBezTo>
                <a:cubicBezTo>
                  <a:pt x="142875" y="114560"/>
                  <a:pt x="98152" y="167767"/>
                  <a:pt x="79474" y="188044"/>
                </a:cubicBezTo>
                <a:cubicBezTo>
                  <a:pt x="75084" y="192807"/>
                  <a:pt x="67754" y="192807"/>
                  <a:pt x="63364" y="188044"/>
                </a:cubicBezTo>
                <a:cubicBezTo>
                  <a:pt x="44686" y="167767"/>
                  <a:pt x="-37" y="114560"/>
                  <a:pt x="-37" y="70172"/>
                </a:cubicBezTo>
                <a:close/>
                <a:moveTo>
                  <a:pt x="71438" y="95250"/>
                </a:moveTo>
                <a:cubicBezTo>
                  <a:pt x="84580" y="95250"/>
                  <a:pt x="95250" y="84580"/>
                  <a:pt x="95250" y="71438"/>
                </a:cubicBezTo>
                <a:cubicBezTo>
                  <a:pt x="95250" y="58295"/>
                  <a:pt x="84580" y="47625"/>
                  <a:pt x="71438" y="47625"/>
                </a:cubicBezTo>
                <a:cubicBezTo>
                  <a:pt x="58295" y="47625"/>
                  <a:pt x="47625" y="58295"/>
                  <a:pt x="47625" y="71438"/>
                </a:cubicBezTo>
                <a:cubicBezTo>
                  <a:pt x="47625" y="84580"/>
                  <a:pt x="58295" y="95250"/>
                  <a:pt x="71438" y="9525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6934200" y="1695450"/>
            <a:ext cx="409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City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62700" y="2171700"/>
            <a:ext cx="2428875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Venue characteristics including pitch behavior, ground dimensions, and weather conditions.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62700" y="3214925"/>
            <a:ext cx="2362200" cy="304800"/>
          </a:xfrm>
          <a:custGeom>
            <a:avLst/>
            <a:gdLst/>
            <a:ahLst/>
            <a:cxnLst/>
            <a:rect l="l" t="t" r="r" b="b"/>
            <a:pathLst>
              <a:path w="2362200" h="304800">
                <a:moveTo>
                  <a:pt x="76200" y="0"/>
                </a:moveTo>
                <a:lnTo>
                  <a:pt x="2286000" y="0"/>
                </a:lnTo>
                <a:cubicBezTo>
                  <a:pt x="2328056" y="0"/>
                  <a:pt x="2362200" y="34144"/>
                  <a:pt x="2362200" y="76200"/>
                </a:cubicBezTo>
                <a:lnTo>
                  <a:pt x="2362200" y="228600"/>
                </a:lnTo>
                <a:cubicBezTo>
                  <a:pt x="2362200" y="270656"/>
                  <a:pt x="2328056" y="304800"/>
                  <a:pt x="22860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0" name="Shape 28"/>
          <p:cNvSpPr/>
          <p:nvPr/>
        </p:nvSpPr>
        <p:spPr>
          <a:xfrm>
            <a:off x="6446044" y="3313988"/>
            <a:ext cx="128588" cy="114300"/>
          </a:xfrm>
          <a:custGeom>
            <a:avLst/>
            <a:gdLst/>
            <a:ahLst/>
            <a:cxnLst/>
            <a:rect l="l" t="t" r="r" b="b"/>
            <a:pathLst>
              <a:path w="128588" h="114300">
                <a:moveTo>
                  <a:pt x="64316" y="78938"/>
                </a:moveTo>
                <a:cubicBezTo>
                  <a:pt x="66548" y="78938"/>
                  <a:pt x="68759" y="79452"/>
                  <a:pt x="70790" y="80501"/>
                </a:cubicBezTo>
                <a:lnTo>
                  <a:pt x="87399" y="88962"/>
                </a:lnTo>
                <a:lnTo>
                  <a:pt x="84497" y="70545"/>
                </a:lnTo>
                <a:cubicBezTo>
                  <a:pt x="83783" y="66035"/>
                  <a:pt x="85279" y="61459"/>
                  <a:pt x="88493" y="58222"/>
                </a:cubicBezTo>
                <a:lnTo>
                  <a:pt x="101664" y="45028"/>
                </a:lnTo>
                <a:lnTo>
                  <a:pt x="83247" y="42103"/>
                </a:lnTo>
                <a:cubicBezTo>
                  <a:pt x="78738" y="41389"/>
                  <a:pt x="74831" y="38554"/>
                  <a:pt x="72755" y="34491"/>
                </a:cubicBezTo>
                <a:lnTo>
                  <a:pt x="64271" y="17882"/>
                </a:lnTo>
                <a:lnTo>
                  <a:pt x="64271" y="78961"/>
                </a:lnTo>
                <a:close/>
                <a:moveTo>
                  <a:pt x="102111" y="109165"/>
                </a:moveTo>
                <a:cubicBezTo>
                  <a:pt x="100481" y="110349"/>
                  <a:pt x="98316" y="110527"/>
                  <a:pt x="96530" y="109612"/>
                </a:cubicBezTo>
                <a:lnTo>
                  <a:pt x="64316" y="93226"/>
                </a:lnTo>
                <a:lnTo>
                  <a:pt x="32102" y="109612"/>
                </a:lnTo>
                <a:cubicBezTo>
                  <a:pt x="30316" y="110527"/>
                  <a:pt x="28151" y="110349"/>
                  <a:pt x="26521" y="109165"/>
                </a:cubicBezTo>
                <a:cubicBezTo>
                  <a:pt x="24892" y="107982"/>
                  <a:pt x="24066" y="105995"/>
                  <a:pt x="24378" y="103986"/>
                </a:cubicBezTo>
                <a:lnTo>
                  <a:pt x="30004" y="68290"/>
                </a:lnTo>
                <a:lnTo>
                  <a:pt x="4465" y="42729"/>
                </a:lnTo>
                <a:cubicBezTo>
                  <a:pt x="3036" y="41300"/>
                  <a:pt x="2545" y="39201"/>
                  <a:pt x="3170" y="37281"/>
                </a:cubicBezTo>
                <a:cubicBezTo>
                  <a:pt x="3795" y="35362"/>
                  <a:pt x="5425" y="33955"/>
                  <a:pt x="7434" y="33643"/>
                </a:cubicBezTo>
                <a:lnTo>
                  <a:pt x="43130" y="27972"/>
                </a:lnTo>
                <a:lnTo>
                  <a:pt x="59561" y="-4219"/>
                </a:lnTo>
                <a:cubicBezTo>
                  <a:pt x="60476" y="-6005"/>
                  <a:pt x="62329" y="-7144"/>
                  <a:pt x="64338" y="-7144"/>
                </a:cubicBezTo>
                <a:cubicBezTo>
                  <a:pt x="66348" y="-7144"/>
                  <a:pt x="68200" y="-6005"/>
                  <a:pt x="69116" y="-4219"/>
                </a:cubicBezTo>
                <a:lnTo>
                  <a:pt x="85502" y="27972"/>
                </a:lnTo>
                <a:lnTo>
                  <a:pt x="121198" y="33643"/>
                </a:lnTo>
                <a:cubicBezTo>
                  <a:pt x="123185" y="33955"/>
                  <a:pt x="124837" y="35362"/>
                  <a:pt x="125462" y="37281"/>
                </a:cubicBezTo>
                <a:cubicBezTo>
                  <a:pt x="126087" y="39201"/>
                  <a:pt x="125574" y="41300"/>
                  <a:pt x="124167" y="42729"/>
                </a:cubicBezTo>
                <a:lnTo>
                  <a:pt x="98606" y="68290"/>
                </a:lnTo>
                <a:lnTo>
                  <a:pt x="104254" y="103986"/>
                </a:lnTo>
                <a:cubicBezTo>
                  <a:pt x="104567" y="105973"/>
                  <a:pt x="103741" y="107982"/>
                  <a:pt x="102111" y="109165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1" name="Text 29"/>
          <p:cNvSpPr/>
          <p:nvPr/>
        </p:nvSpPr>
        <p:spPr>
          <a:xfrm>
            <a:off x="6610350" y="3291125"/>
            <a:ext cx="2095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3B82F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Medium Impact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067800" y="1390650"/>
            <a:ext cx="2743200" cy="2324100"/>
          </a:xfrm>
          <a:custGeom>
            <a:avLst/>
            <a:gdLst/>
            <a:ahLst/>
            <a:cxnLst/>
            <a:rect l="l" t="t" r="r" b="b"/>
            <a:pathLst>
              <a:path w="2743200" h="2324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2171709"/>
                </a:lnTo>
                <a:cubicBezTo>
                  <a:pt x="2743200" y="2255872"/>
                  <a:pt x="2674972" y="2324100"/>
                  <a:pt x="2590809" y="2324100"/>
                </a:cubicBezTo>
                <a:lnTo>
                  <a:pt x="152391" y="2324100"/>
                </a:lnTo>
                <a:cubicBezTo>
                  <a:pt x="68228" y="2324100"/>
                  <a:pt x="0" y="2255872"/>
                  <a:pt x="0" y="2171709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33" name="Shape 31"/>
          <p:cNvSpPr/>
          <p:nvPr/>
        </p:nvSpPr>
        <p:spPr>
          <a:xfrm>
            <a:off x="9067800" y="1390650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34" name="Shape 32"/>
          <p:cNvSpPr/>
          <p:nvPr/>
        </p:nvSpPr>
        <p:spPr>
          <a:xfrm>
            <a:off x="9258300" y="1600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97316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9403556" y="17335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95436" y="-11906"/>
                </a:moveTo>
                <a:cubicBezTo>
                  <a:pt x="106936" y="-11906"/>
                  <a:pt x="116272" y="-2570"/>
                  <a:pt x="116272" y="8930"/>
                </a:cubicBezTo>
                <a:cubicBezTo>
                  <a:pt x="116272" y="20429"/>
                  <a:pt x="106936" y="29766"/>
                  <a:pt x="95436" y="29766"/>
                </a:cubicBezTo>
                <a:cubicBezTo>
                  <a:pt x="83936" y="29766"/>
                  <a:pt x="74600" y="20429"/>
                  <a:pt x="74600" y="8930"/>
                </a:cubicBezTo>
                <a:cubicBezTo>
                  <a:pt x="74600" y="-2570"/>
                  <a:pt x="83936" y="-11906"/>
                  <a:pt x="95436" y="-11906"/>
                </a:cubicBezTo>
                <a:close/>
                <a:moveTo>
                  <a:pt x="45988" y="65484"/>
                </a:moveTo>
                <a:cubicBezTo>
                  <a:pt x="44760" y="65484"/>
                  <a:pt x="43681" y="66229"/>
                  <a:pt x="43235" y="67345"/>
                </a:cubicBezTo>
                <a:lnTo>
                  <a:pt x="35049" y="87771"/>
                </a:lnTo>
                <a:cubicBezTo>
                  <a:pt x="32593" y="93873"/>
                  <a:pt x="25673" y="96850"/>
                  <a:pt x="19571" y="94394"/>
                </a:cubicBezTo>
                <a:cubicBezTo>
                  <a:pt x="13469" y="91939"/>
                  <a:pt x="10492" y="85018"/>
                  <a:pt x="12948" y="78916"/>
                </a:cubicBezTo>
                <a:lnTo>
                  <a:pt x="21096" y="58489"/>
                </a:lnTo>
                <a:cubicBezTo>
                  <a:pt x="25189" y="48332"/>
                  <a:pt x="35012" y="41672"/>
                  <a:pt x="45988" y="41672"/>
                </a:cubicBezTo>
                <a:lnTo>
                  <a:pt x="82190" y="41672"/>
                </a:lnTo>
                <a:cubicBezTo>
                  <a:pt x="92794" y="41672"/>
                  <a:pt x="102580" y="47290"/>
                  <a:pt x="107900" y="56443"/>
                </a:cubicBezTo>
                <a:lnTo>
                  <a:pt x="120104" y="77391"/>
                </a:lnTo>
                <a:lnTo>
                  <a:pt x="143024" y="77391"/>
                </a:lnTo>
                <a:cubicBezTo>
                  <a:pt x="149609" y="77391"/>
                  <a:pt x="154930" y="82711"/>
                  <a:pt x="154930" y="89297"/>
                </a:cubicBezTo>
                <a:cubicBezTo>
                  <a:pt x="154930" y="95883"/>
                  <a:pt x="149609" y="101203"/>
                  <a:pt x="143024" y="101203"/>
                </a:cubicBezTo>
                <a:lnTo>
                  <a:pt x="120104" y="101203"/>
                </a:lnTo>
                <a:cubicBezTo>
                  <a:pt x="111621" y="101203"/>
                  <a:pt x="103808" y="96701"/>
                  <a:pt x="99529" y="89371"/>
                </a:cubicBezTo>
                <a:lnTo>
                  <a:pt x="95808" y="83009"/>
                </a:lnTo>
                <a:lnTo>
                  <a:pt x="88106" y="109203"/>
                </a:lnTo>
                <a:lnTo>
                  <a:pt x="116160" y="117611"/>
                </a:lnTo>
                <a:cubicBezTo>
                  <a:pt x="126467" y="120700"/>
                  <a:pt x="131713" y="132122"/>
                  <a:pt x="127360" y="141982"/>
                </a:cubicBezTo>
                <a:lnTo>
                  <a:pt x="106300" y="189384"/>
                </a:lnTo>
                <a:cubicBezTo>
                  <a:pt x="103622" y="195411"/>
                  <a:pt x="96589" y="198090"/>
                  <a:pt x="90599" y="195411"/>
                </a:cubicBezTo>
                <a:cubicBezTo>
                  <a:pt x="84609" y="192732"/>
                  <a:pt x="81893" y="185700"/>
                  <a:pt x="84572" y="179710"/>
                </a:cubicBezTo>
                <a:lnTo>
                  <a:pt x="102877" y="138485"/>
                </a:lnTo>
                <a:lnTo>
                  <a:pt x="67196" y="127769"/>
                </a:lnTo>
                <a:cubicBezTo>
                  <a:pt x="55029" y="124123"/>
                  <a:pt x="47848" y="111509"/>
                  <a:pt x="50936" y="99194"/>
                </a:cubicBezTo>
                <a:lnTo>
                  <a:pt x="59382" y="65484"/>
                </a:lnTo>
                <a:lnTo>
                  <a:pt x="46025" y="65484"/>
                </a:lnTo>
                <a:close/>
                <a:moveTo>
                  <a:pt x="43011" y="132829"/>
                </a:moveTo>
                <a:cubicBezTo>
                  <a:pt x="47960" y="138373"/>
                  <a:pt x="54434" y="142615"/>
                  <a:pt x="62061" y="144884"/>
                </a:cubicBezTo>
                <a:lnTo>
                  <a:pt x="63810" y="145405"/>
                </a:lnTo>
                <a:lnTo>
                  <a:pt x="61243" y="152586"/>
                </a:lnTo>
                <a:cubicBezTo>
                  <a:pt x="59085" y="158651"/>
                  <a:pt x="55290" y="164046"/>
                  <a:pt x="50341" y="168139"/>
                </a:cubicBezTo>
                <a:lnTo>
                  <a:pt x="19683" y="193402"/>
                </a:lnTo>
                <a:cubicBezTo>
                  <a:pt x="14622" y="197569"/>
                  <a:pt x="7107" y="196862"/>
                  <a:pt x="2939" y="191802"/>
                </a:cubicBezTo>
                <a:cubicBezTo>
                  <a:pt x="-1228" y="186742"/>
                  <a:pt x="-521" y="179226"/>
                  <a:pt x="4539" y="175059"/>
                </a:cubicBezTo>
                <a:lnTo>
                  <a:pt x="35198" y="149796"/>
                </a:lnTo>
                <a:cubicBezTo>
                  <a:pt x="36872" y="148419"/>
                  <a:pt x="38100" y="146633"/>
                  <a:pt x="38844" y="144624"/>
                </a:cubicBezTo>
                <a:lnTo>
                  <a:pt x="43011" y="132829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36" name="Text 34"/>
          <p:cNvSpPr/>
          <p:nvPr/>
        </p:nvSpPr>
        <p:spPr>
          <a:xfrm>
            <a:off x="9829800" y="1695450"/>
            <a:ext cx="122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Current Score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258300" y="2171700"/>
            <a:ext cx="2428875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Runs already scored provides baseline for projecting final total based on remaining resources.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258300" y="3214925"/>
            <a:ext cx="2362200" cy="304800"/>
          </a:xfrm>
          <a:custGeom>
            <a:avLst/>
            <a:gdLst/>
            <a:ahLst/>
            <a:cxnLst/>
            <a:rect l="l" t="t" r="r" b="b"/>
            <a:pathLst>
              <a:path w="2362200" h="304800">
                <a:moveTo>
                  <a:pt x="76200" y="0"/>
                </a:moveTo>
                <a:lnTo>
                  <a:pt x="2286000" y="0"/>
                </a:lnTo>
                <a:cubicBezTo>
                  <a:pt x="2328056" y="0"/>
                  <a:pt x="2362200" y="34144"/>
                  <a:pt x="2362200" y="76200"/>
                </a:cubicBezTo>
                <a:lnTo>
                  <a:pt x="2362200" y="228600"/>
                </a:lnTo>
                <a:cubicBezTo>
                  <a:pt x="2362200" y="270656"/>
                  <a:pt x="2328056" y="304800"/>
                  <a:pt x="22860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9" name="Shape 37"/>
          <p:cNvSpPr/>
          <p:nvPr/>
        </p:nvSpPr>
        <p:spPr>
          <a:xfrm>
            <a:off x="9341644" y="3313988"/>
            <a:ext cx="128588" cy="114300"/>
          </a:xfrm>
          <a:custGeom>
            <a:avLst/>
            <a:gdLst/>
            <a:ahLst/>
            <a:cxnLst/>
            <a:rect l="l" t="t" r="r" b="b"/>
            <a:pathLst>
              <a:path w="128588" h="114300">
                <a:moveTo>
                  <a:pt x="69093" y="-4219"/>
                </a:moveTo>
                <a:cubicBezTo>
                  <a:pt x="68178" y="-6005"/>
                  <a:pt x="66325" y="-7144"/>
                  <a:pt x="64316" y="-7144"/>
                </a:cubicBezTo>
                <a:cubicBezTo>
                  <a:pt x="62307" y="-7144"/>
                  <a:pt x="60454" y="-6005"/>
                  <a:pt x="59539" y="-4219"/>
                </a:cubicBezTo>
                <a:lnTo>
                  <a:pt x="43108" y="27972"/>
                </a:lnTo>
                <a:lnTo>
                  <a:pt x="7412" y="33643"/>
                </a:lnTo>
                <a:cubicBezTo>
                  <a:pt x="5425" y="33955"/>
                  <a:pt x="3773" y="35362"/>
                  <a:pt x="3148" y="37281"/>
                </a:cubicBezTo>
                <a:cubicBezTo>
                  <a:pt x="2523" y="39201"/>
                  <a:pt x="3036" y="41300"/>
                  <a:pt x="4443" y="42729"/>
                </a:cubicBezTo>
                <a:lnTo>
                  <a:pt x="29981" y="68290"/>
                </a:lnTo>
                <a:lnTo>
                  <a:pt x="24356" y="103986"/>
                </a:lnTo>
                <a:cubicBezTo>
                  <a:pt x="24043" y="105973"/>
                  <a:pt x="24869" y="107982"/>
                  <a:pt x="26499" y="109165"/>
                </a:cubicBezTo>
                <a:cubicBezTo>
                  <a:pt x="28129" y="110349"/>
                  <a:pt x="30272" y="110527"/>
                  <a:pt x="32080" y="109612"/>
                </a:cubicBezTo>
                <a:lnTo>
                  <a:pt x="64316" y="93226"/>
                </a:lnTo>
                <a:lnTo>
                  <a:pt x="96530" y="109612"/>
                </a:lnTo>
                <a:cubicBezTo>
                  <a:pt x="98316" y="110527"/>
                  <a:pt x="100481" y="110349"/>
                  <a:pt x="102111" y="109165"/>
                </a:cubicBezTo>
                <a:cubicBezTo>
                  <a:pt x="103741" y="107982"/>
                  <a:pt x="104567" y="105995"/>
                  <a:pt x="104254" y="103986"/>
                </a:cubicBezTo>
                <a:lnTo>
                  <a:pt x="98606" y="68290"/>
                </a:lnTo>
                <a:lnTo>
                  <a:pt x="124145" y="42729"/>
                </a:lnTo>
                <a:cubicBezTo>
                  <a:pt x="125574" y="41300"/>
                  <a:pt x="126065" y="39201"/>
                  <a:pt x="125440" y="37281"/>
                </a:cubicBezTo>
                <a:cubicBezTo>
                  <a:pt x="124815" y="35362"/>
                  <a:pt x="123185" y="33955"/>
                  <a:pt x="121176" y="33643"/>
                </a:cubicBezTo>
                <a:lnTo>
                  <a:pt x="85502" y="27972"/>
                </a:lnTo>
                <a:lnTo>
                  <a:pt x="69093" y="-4219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40" name="Text 38"/>
          <p:cNvSpPr/>
          <p:nvPr/>
        </p:nvSpPr>
        <p:spPr>
          <a:xfrm>
            <a:off x="9505950" y="3291125"/>
            <a:ext cx="2095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9731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Critical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81000" y="3881558"/>
            <a:ext cx="2743200" cy="2590800"/>
          </a:xfrm>
          <a:custGeom>
            <a:avLst/>
            <a:gdLst/>
            <a:ahLst/>
            <a:cxnLst/>
            <a:rect l="l" t="t" r="r" b="b"/>
            <a:pathLst>
              <a:path w="2743200" h="25908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2438409"/>
                </a:lnTo>
                <a:cubicBezTo>
                  <a:pt x="2743200" y="2522572"/>
                  <a:pt x="2674972" y="2590800"/>
                  <a:pt x="2590809" y="2590800"/>
                </a:cubicBezTo>
                <a:lnTo>
                  <a:pt x="152391" y="2590800"/>
                </a:lnTo>
                <a:cubicBezTo>
                  <a:pt x="68284" y="2590800"/>
                  <a:pt x="0" y="2522516"/>
                  <a:pt x="0" y="2438409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42" name="Shape 40"/>
          <p:cNvSpPr/>
          <p:nvPr/>
        </p:nvSpPr>
        <p:spPr>
          <a:xfrm>
            <a:off x="381000" y="3881558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3" name="Shape 41"/>
          <p:cNvSpPr/>
          <p:nvPr/>
        </p:nvSpPr>
        <p:spPr>
          <a:xfrm>
            <a:off x="571500" y="409110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704850" y="422445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5" name="Text 43"/>
          <p:cNvSpPr/>
          <p:nvPr/>
        </p:nvSpPr>
        <p:spPr>
          <a:xfrm>
            <a:off x="1143000" y="4186358"/>
            <a:ext cx="122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Overs Bowled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71500" y="4662608"/>
            <a:ext cx="242887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Progress of innings determines remaining balls and required run rate for projection.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71500" y="5981821"/>
            <a:ext cx="2362200" cy="304800"/>
          </a:xfrm>
          <a:custGeom>
            <a:avLst/>
            <a:gdLst/>
            <a:ahLst/>
            <a:cxnLst/>
            <a:rect l="l" t="t" r="r" b="b"/>
            <a:pathLst>
              <a:path w="2362200" h="304800">
                <a:moveTo>
                  <a:pt x="76200" y="0"/>
                </a:moveTo>
                <a:lnTo>
                  <a:pt x="2286000" y="0"/>
                </a:lnTo>
                <a:cubicBezTo>
                  <a:pt x="2328056" y="0"/>
                  <a:pt x="2362200" y="34144"/>
                  <a:pt x="2362200" y="76200"/>
                </a:cubicBezTo>
                <a:lnTo>
                  <a:pt x="2362200" y="228600"/>
                </a:lnTo>
                <a:cubicBezTo>
                  <a:pt x="2362200" y="270656"/>
                  <a:pt x="2328056" y="304800"/>
                  <a:pt x="22860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48" name="Shape 46"/>
          <p:cNvSpPr/>
          <p:nvPr/>
        </p:nvSpPr>
        <p:spPr>
          <a:xfrm>
            <a:off x="654844" y="6080880"/>
            <a:ext cx="128588" cy="114300"/>
          </a:xfrm>
          <a:custGeom>
            <a:avLst/>
            <a:gdLst/>
            <a:ahLst/>
            <a:cxnLst/>
            <a:rect l="l" t="t" r="r" b="b"/>
            <a:pathLst>
              <a:path w="128588" h="114300">
                <a:moveTo>
                  <a:pt x="69093" y="-4219"/>
                </a:moveTo>
                <a:cubicBezTo>
                  <a:pt x="68178" y="-6005"/>
                  <a:pt x="66325" y="-7144"/>
                  <a:pt x="64316" y="-7144"/>
                </a:cubicBezTo>
                <a:cubicBezTo>
                  <a:pt x="62307" y="-7144"/>
                  <a:pt x="60454" y="-6005"/>
                  <a:pt x="59539" y="-4219"/>
                </a:cubicBezTo>
                <a:lnTo>
                  <a:pt x="43108" y="27972"/>
                </a:lnTo>
                <a:lnTo>
                  <a:pt x="7412" y="33643"/>
                </a:lnTo>
                <a:cubicBezTo>
                  <a:pt x="5425" y="33955"/>
                  <a:pt x="3773" y="35362"/>
                  <a:pt x="3148" y="37281"/>
                </a:cubicBezTo>
                <a:cubicBezTo>
                  <a:pt x="2523" y="39201"/>
                  <a:pt x="3036" y="41300"/>
                  <a:pt x="4443" y="42729"/>
                </a:cubicBezTo>
                <a:lnTo>
                  <a:pt x="29981" y="68290"/>
                </a:lnTo>
                <a:lnTo>
                  <a:pt x="24356" y="103986"/>
                </a:lnTo>
                <a:cubicBezTo>
                  <a:pt x="24043" y="105973"/>
                  <a:pt x="24869" y="107982"/>
                  <a:pt x="26499" y="109165"/>
                </a:cubicBezTo>
                <a:cubicBezTo>
                  <a:pt x="28129" y="110349"/>
                  <a:pt x="30272" y="110527"/>
                  <a:pt x="32080" y="109612"/>
                </a:cubicBezTo>
                <a:lnTo>
                  <a:pt x="64316" y="93226"/>
                </a:lnTo>
                <a:lnTo>
                  <a:pt x="96530" y="109612"/>
                </a:lnTo>
                <a:cubicBezTo>
                  <a:pt x="98316" y="110527"/>
                  <a:pt x="100481" y="110349"/>
                  <a:pt x="102111" y="109165"/>
                </a:cubicBezTo>
                <a:cubicBezTo>
                  <a:pt x="103741" y="107982"/>
                  <a:pt x="104567" y="105995"/>
                  <a:pt x="104254" y="103986"/>
                </a:cubicBezTo>
                <a:lnTo>
                  <a:pt x="98606" y="68290"/>
                </a:lnTo>
                <a:lnTo>
                  <a:pt x="124145" y="42729"/>
                </a:lnTo>
                <a:cubicBezTo>
                  <a:pt x="125574" y="41300"/>
                  <a:pt x="126065" y="39201"/>
                  <a:pt x="125440" y="37281"/>
                </a:cubicBezTo>
                <a:cubicBezTo>
                  <a:pt x="124815" y="35362"/>
                  <a:pt x="123185" y="33955"/>
                  <a:pt x="121176" y="33643"/>
                </a:cubicBezTo>
                <a:lnTo>
                  <a:pt x="85502" y="27972"/>
                </a:lnTo>
                <a:lnTo>
                  <a:pt x="69093" y="-4219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49" name="Text 47"/>
          <p:cNvSpPr/>
          <p:nvPr/>
        </p:nvSpPr>
        <p:spPr>
          <a:xfrm>
            <a:off x="819150" y="6058021"/>
            <a:ext cx="2095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9731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Critical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3276600" y="3881558"/>
            <a:ext cx="2743200" cy="2590800"/>
          </a:xfrm>
          <a:custGeom>
            <a:avLst/>
            <a:gdLst/>
            <a:ahLst/>
            <a:cxnLst/>
            <a:rect l="l" t="t" r="r" b="b"/>
            <a:pathLst>
              <a:path w="2743200" h="25908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2438409"/>
                </a:lnTo>
                <a:cubicBezTo>
                  <a:pt x="2743200" y="2522572"/>
                  <a:pt x="2674972" y="2590800"/>
                  <a:pt x="2590809" y="2590800"/>
                </a:cubicBezTo>
                <a:lnTo>
                  <a:pt x="152391" y="2590800"/>
                </a:lnTo>
                <a:cubicBezTo>
                  <a:pt x="68284" y="2590800"/>
                  <a:pt x="0" y="2522516"/>
                  <a:pt x="0" y="2438409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51" name="Shape 49"/>
          <p:cNvSpPr/>
          <p:nvPr/>
        </p:nvSpPr>
        <p:spPr>
          <a:xfrm>
            <a:off x="3276600" y="3881558"/>
            <a:ext cx="2743200" cy="38100"/>
          </a:xfrm>
          <a:custGeom>
            <a:avLst/>
            <a:gdLst/>
            <a:ahLst/>
            <a:cxnLst/>
            <a:rect l="l" t="t" r="r" b="b"/>
            <a:pathLst>
              <a:path w="2743200" h="38100">
                <a:moveTo>
                  <a:pt x="38100" y="0"/>
                </a:moveTo>
                <a:lnTo>
                  <a:pt x="2705100" y="0"/>
                </a:lnTo>
                <a:cubicBezTo>
                  <a:pt x="2726128" y="0"/>
                  <a:pt x="2743200" y="17072"/>
                  <a:pt x="2743200" y="38100"/>
                </a:cubicBezTo>
                <a:lnTo>
                  <a:pt x="2743200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52" name="Shape 50"/>
          <p:cNvSpPr/>
          <p:nvPr/>
        </p:nvSpPr>
        <p:spPr>
          <a:xfrm>
            <a:off x="3467100" y="409110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97316">
              <a:alpha val="20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3600450" y="422445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62136" y="62136"/>
                </a:moveTo>
                <a:cubicBezTo>
                  <a:pt x="65633" y="58638"/>
                  <a:pt x="71289" y="58638"/>
                  <a:pt x="74749" y="62136"/>
                </a:cubicBezTo>
                <a:lnTo>
                  <a:pt x="95213" y="82600"/>
                </a:lnTo>
                <a:lnTo>
                  <a:pt x="115677" y="62136"/>
                </a:lnTo>
                <a:cubicBezTo>
                  <a:pt x="119174" y="58638"/>
                  <a:pt x="124830" y="58638"/>
                  <a:pt x="128290" y="62136"/>
                </a:cubicBezTo>
                <a:cubicBezTo>
                  <a:pt x="131750" y="65633"/>
                  <a:pt x="131787" y="71289"/>
                  <a:pt x="128290" y="74749"/>
                </a:cubicBezTo>
                <a:lnTo>
                  <a:pt x="107826" y="95213"/>
                </a:lnTo>
                <a:lnTo>
                  <a:pt x="128290" y="115677"/>
                </a:lnTo>
                <a:cubicBezTo>
                  <a:pt x="131787" y="119174"/>
                  <a:pt x="131787" y="124830"/>
                  <a:pt x="128290" y="128290"/>
                </a:cubicBezTo>
                <a:cubicBezTo>
                  <a:pt x="124792" y="131750"/>
                  <a:pt x="119137" y="131787"/>
                  <a:pt x="115677" y="128290"/>
                </a:cubicBezTo>
                <a:lnTo>
                  <a:pt x="95213" y="107826"/>
                </a:lnTo>
                <a:lnTo>
                  <a:pt x="74749" y="128290"/>
                </a:lnTo>
                <a:cubicBezTo>
                  <a:pt x="71251" y="131787"/>
                  <a:pt x="65596" y="131787"/>
                  <a:pt x="62136" y="128290"/>
                </a:cubicBezTo>
                <a:cubicBezTo>
                  <a:pt x="58675" y="124792"/>
                  <a:pt x="58638" y="119137"/>
                  <a:pt x="62136" y="115677"/>
                </a:cubicBezTo>
                <a:lnTo>
                  <a:pt x="82600" y="95213"/>
                </a:lnTo>
                <a:lnTo>
                  <a:pt x="62136" y="74749"/>
                </a:lnTo>
                <a:cubicBezTo>
                  <a:pt x="58638" y="71251"/>
                  <a:pt x="58638" y="65596"/>
                  <a:pt x="62136" y="62136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54" name="Text 52"/>
          <p:cNvSpPr/>
          <p:nvPr/>
        </p:nvSpPr>
        <p:spPr>
          <a:xfrm>
            <a:off x="4038600" y="4186358"/>
            <a:ext cx="1276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Wickets Fallen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3467100" y="4662608"/>
            <a:ext cx="2428875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Number of wickets lost affects batting team strength and remaining firepower.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3467100" y="5981821"/>
            <a:ext cx="2362200" cy="304800"/>
          </a:xfrm>
          <a:custGeom>
            <a:avLst/>
            <a:gdLst/>
            <a:ahLst/>
            <a:cxnLst/>
            <a:rect l="l" t="t" r="r" b="b"/>
            <a:pathLst>
              <a:path w="2362200" h="304800">
                <a:moveTo>
                  <a:pt x="76200" y="0"/>
                </a:moveTo>
                <a:lnTo>
                  <a:pt x="2286000" y="0"/>
                </a:lnTo>
                <a:cubicBezTo>
                  <a:pt x="2328056" y="0"/>
                  <a:pt x="2362200" y="34144"/>
                  <a:pt x="2362200" y="76200"/>
                </a:cubicBezTo>
                <a:lnTo>
                  <a:pt x="2362200" y="228600"/>
                </a:lnTo>
                <a:cubicBezTo>
                  <a:pt x="2362200" y="270656"/>
                  <a:pt x="2328056" y="304800"/>
                  <a:pt x="22860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57" name="Shape 55"/>
          <p:cNvSpPr/>
          <p:nvPr/>
        </p:nvSpPr>
        <p:spPr>
          <a:xfrm>
            <a:off x="3550444" y="6080880"/>
            <a:ext cx="128588" cy="114300"/>
          </a:xfrm>
          <a:custGeom>
            <a:avLst/>
            <a:gdLst/>
            <a:ahLst/>
            <a:cxnLst/>
            <a:rect l="l" t="t" r="r" b="b"/>
            <a:pathLst>
              <a:path w="128588" h="114300">
                <a:moveTo>
                  <a:pt x="69093" y="-4219"/>
                </a:moveTo>
                <a:cubicBezTo>
                  <a:pt x="68178" y="-6005"/>
                  <a:pt x="66325" y="-7144"/>
                  <a:pt x="64316" y="-7144"/>
                </a:cubicBezTo>
                <a:cubicBezTo>
                  <a:pt x="62307" y="-7144"/>
                  <a:pt x="60454" y="-6005"/>
                  <a:pt x="59539" y="-4219"/>
                </a:cubicBezTo>
                <a:lnTo>
                  <a:pt x="43108" y="27972"/>
                </a:lnTo>
                <a:lnTo>
                  <a:pt x="7412" y="33643"/>
                </a:lnTo>
                <a:cubicBezTo>
                  <a:pt x="5425" y="33955"/>
                  <a:pt x="3773" y="35362"/>
                  <a:pt x="3148" y="37281"/>
                </a:cubicBezTo>
                <a:cubicBezTo>
                  <a:pt x="2523" y="39201"/>
                  <a:pt x="3036" y="41300"/>
                  <a:pt x="4443" y="42729"/>
                </a:cubicBezTo>
                <a:lnTo>
                  <a:pt x="29981" y="68290"/>
                </a:lnTo>
                <a:lnTo>
                  <a:pt x="24356" y="103986"/>
                </a:lnTo>
                <a:cubicBezTo>
                  <a:pt x="24043" y="105973"/>
                  <a:pt x="24869" y="107982"/>
                  <a:pt x="26499" y="109165"/>
                </a:cubicBezTo>
                <a:cubicBezTo>
                  <a:pt x="28129" y="110349"/>
                  <a:pt x="30272" y="110527"/>
                  <a:pt x="32080" y="109612"/>
                </a:cubicBezTo>
                <a:lnTo>
                  <a:pt x="64316" y="93226"/>
                </a:lnTo>
                <a:lnTo>
                  <a:pt x="96530" y="109612"/>
                </a:lnTo>
                <a:cubicBezTo>
                  <a:pt x="98316" y="110527"/>
                  <a:pt x="100481" y="110349"/>
                  <a:pt x="102111" y="109165"/>
                </a:cubicBezTo>
                <a:cubicBezTo>
                  <a:pt x="103741" y="107982"/>
                  <a:pt x="104567" y="105995"/>
                  <a:pt x="104254" y="103986"/>
                </a:cubicBezTo>
                <a:lnTo>
                  <a:pt x="98606" y="68290"/>
                </a:lnTo>
                <a:lnTo>
                  <a:pt x="124145" y="42729"/>
                </a:lnTo>
                <a:cubicBezTo>
                  <a:pt x="125574" y="41300"/>
                  <a:pt x="126065" y="39201"/>
                  <a:pt x="125440" y="37281"/>
                </a:cubicBezTo>
                <a:cubicBezTo>
                  <a:pt x="124815" y="35362"/>
                  <a:pt x="123185" y="33955"/>
                  <a:pt x="121176" y="33643"/>
                </a:cubicBezTo>
                <a:lnTo>
                  <a:pt x="85502" y="27972"/>
                </a:lnTo>
                <a:lnTo>
                  <a:pt x="69093" y="-4219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58" name="Text 56"/>
          <p:cNvSpPr/>
          <p:nvPr/>
        </p:nvSpPr>
        <p:spPr>
          <a:xfrm>
            <a:off x="3714750" y="6058021"/>
            <a:ext cx="2095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F9731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High Impact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179820" y="3870128"/>
            <a:ext cx="5625465" cy="2596515"/>
          </a:xfrm>
          <a:custGeom>
            <a:avLst/>
            <a:gdLst/>
            <a:ahLst/>
            <a:cxnLst/>
            <a:rect l="l" t="t" r="r" b="b"/>
            <a:pathLst>
              <a:path w="5625465" h="2596515">
                <a:moveTo>
                  <a:pt x="152389" y="0"/>
                </a:moveTo>
                <a:lnTo>
                  <a:pt x="5473076" y="0"/>
                </a:lnTo>
                <a:cubicBezTo>
                  <a:pt x="5557238" y="0"/>
                  <a:pt x="5625465" y="68227"/>
                  <a:pt x="5625465" y="152389"/>
                </a:cubicBezTo>
                <a:lnTo>
                  <a:pt x="5625465" y="2444126"/>
                </a:lnTo>
                <a:cubicBezTo>
                  <a:pt x="5625465" y="2528288"/>
                  <a:pt x="5557238" y="2596515"/>
                  <a:pt x="5473076" y="2596515"/>
                </a:cubicBezTo>
                <a:lnTo>
                  <a:pt x="152389" y="2596515"/>
                </a:lnTo>
                <a:cubicBezTo>
                  <a:pt x="68227" y="2596515"/>
                  <a:pt x="0" y="2528288"/>
                  <a:pt x="0" y="2444126"/>
                </a:cubicBezTo>
                <a:lnTo>
                  <a:pt x="0" y="152389"/>
                </a:lnTo>
                <a:cubicBezTo>
                  <a:pt x="0" y="68283"/>
                  <a:pt x="68283" y="0"/>
                  <a:pt x="152389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30000"/>
                </a:srgbClr>
              </a:gs>
              <a:gs pos="100000">
                <a:srgbClr val="F97316">
                  <a:alpha val="30000"/>
                </a:srgbClr>
              </a:gs>
            </a:gsLst>
            <a:lin ang="2700000" scaled="1"/>
          </a:gradFill>
          <a:ln w="20320">
            <a:solidFill>
              <a:srgbClr val="F9731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377940" y="4068249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97316"/>
          </a:soli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6516053" y="4220649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28575"/>
                </a:moveTo>
                <a:cubicBezTo>
                  <a:pt x="175915" y="28575"/>
                  <a:pt x="214313" y="66973"/>
                  <a:pt x="214313" y="114300"/>
                </a:cubicBezTo>
                <a:cubicBezTo>
                  <a:pt x="214313" y="161627"/>
                  <a:pt x="175915" y="200025"/>
                  <a:pt x="128588" y="200025"/>
                </a:cubicBezTo>
                <a:cubicBezTo>
                  <a:pt x="99477" y="200025"/>
                  <a:pt x="73715" y="185514"/>
                  <a:pt x="58222" y="163279"/>
                </a:cubicBezTo>
                <a:cubicBezTo>
                  <a:pt x="53712" y="156805"/>
                  <a:pt x="44782" y="155243"/>
                  <a:pt x="38308" y="159752"/>
                </a:cubicBezTo>
                <a:cubicBezTo>
                  <a:pt x="31834" y="164262"/>
                  <a:pt x="30272" y="173191"/>
                  <a:pt x="34781" y="179665"/>
                </a:cubicBezTo>
                <a:cubicBezTo>
                  <a:pt x="55409" y="209223"/>
                  <a:pt x="89743" y="228600"/>
                  <a:pt x="128588" y="228600"/>
                </a:cubicBezTo>
                <a:cubicBezTo>
                  <a:pt x="191720" y="228600"/>
                  <a:pt x="242888" y="177433"/>
                  <a:pt x="242888" y="114300"/>
                </a:cubicBezTo>
                <a:cubicBezTo>
                  <a:pt x="242888" y="51167"/>
                  <a:pt x="191720" y="0"/>
                  <a:pt x="128588" y="0"/>
                </a:cubicBezTo>
                <a:cubicBezTo>
                  <a:pt x="90324" y="0"/>
                  <a:pt x="56480" y="18797"/>
                  <a:pt x="35719" y="47640"/>
                </a:cubicBezTo>
                <a:lnTo>
                  <a:pt x="35719" y="35719"/>
                </a:lnTo>
                <a:cubicBezTo>
                  <a:pt x="35719" y="27816"/>
                  <a:pt x="29334" y="21431"/>
                  <a:pt x="21431" y="21431"/>
                </a:cubicBezTo>
                <a:cubicBezTo>
                  <a:pt x="13528" y="21431"/>
                  <a:pt x="7144" y="27816"/>
                  <a:pt x="7144" y="35719"/>
                </a:cubicBezTo>
                <a:lnTo>
                  <a:pt x="7144" y="85725"/>
                </a:lnTo>
                <a:cubicBezTo>
                  <a:pt x="7144" y="93628"/>
                  <a:pt x="13528" y="100013"/>
                  <a:pt x="21431" y="100013"/>
                </a:cubicBezTo>
                <a:lnTo>
                  <a:pt x="32415" y="100013"/>
                </a:lnTo>
                <a:cubicBezTo>
                  <a:pt x="32638" y="100013"/>
                  <a:pt x="32861" y="100013"/>
                  <a:pt x="33084" y="100013"/>
                </a:cubicBezTo>
                <a:lnTo>
                  <a:pt x="71482" y="100013"/>
                </a:lnTo>
                <a:cubicBezTo>
                  <a:pt x="79385" y="100013"/>
                  <a:pt x="85770" y="93628"/>
                  <a:pt x="85770" y="85725"/>
                </a:cubicBezTo>
                <a:cubicBezTo>
                  <a:pt x="85770" y="77822"/>
                  <a:pt x="79385" y="71438"/>
                  <a:pt x="71482" y="71438"/>
                </a:cubicBezTo>
                <a:lnTo>
                  <a:pt x="54382" y="71438"/>
                </a:lnTo>
                <a:cubicBezTo>
                  <a:pt x="69160" y="45809"/>
                  <a:pt x="96887" y="28575"/>
                  <a:pt x="128588" y="28575"/>
                </a:cubicBezTo>
                <a:close/>
                <a:moveTo>
                  <a:pt x="139303" y="67866"/>
                </a:moveTo>
                <a:cubicBezTo>
                  <a:pt x="139303" y="61927"/>
                  <a:pt x="134526" y="57150"/>
                  <a:pt x="128588" y="57150"/>
                </a:cubicBezTo>
                <a:cubicBezTo>
                  <a:pt x="122649" y="57150"/>
                  <a:pt x="117872" y="61927"/>
                  <a:pt x="117872" y="67866"/>
                </a:cubicBezTo>
                <a:lnTo>
                  <a:pt x="117872" y="114300"/>
                </a:lnTo>
                <a:cubicBezTo>
                  <a:pt x="117872" y="117157"/>
                  <a:pt x="118988" y="119881"/>
                  <a:pt x="120997" y="121890"/>
                </a:cubicBezTo>
                <a:lnTo>
                  <a:pt x="153144" y="154037"/>
                </a:lnTo>
                <a:cubicBezTo>
                  <a:pt x="157341" y="158234"/>
                  <a:pt x="164128" y="158234"/>
                  <a:pt x="168280" y="154037"/>
                </a:cubicBezTo>
                <a:cubicBezTo>
                  <a:pt x="172432" y="149840"/>
                  <a:pt x="172477" y="143054"/>
                  <a:pt x="168280" y="138901"/>
                </a:cubicBezTo>
                <a:lnTo>
                  <a:pt x="139258" y="109880"/>
                </a:lnTo>
                <a:lnTo>
                  <a:pt x="139258" y="67866"/>
                </a:ln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62" name="Text 60"/>
          <p:cNvSpPr/>
          <p:nvPr/>
        </p:nvSpPr>
        <p:spPr>
          <a:xfrm>
            <a:off x="7025640" y="4201599"/>
            <a:ext cx="1990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Runs in Last 5 Overs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377940" y="4715949"/>
            <a:ext cx="5305425" cy="1019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Recent scoring momentum is a strong indicator of current batting form and team confidence. This feature captures the run rate trend and helps predict acceleration or deceleration in scoring.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377940" y="5852159"/>
            <a:ext cx="5229225" cy="419100"/>
          </a:xfrm>
          <a:custGeom>
            <a:avLst/>
            <a:gdLst/>
            <a:ahLst/>
            <a:cxnLst/>
            <a:rect l="l" t="t" r="r" b="b"/>
            <a:pathLst>
              <a:path w="5229225" h="419100">
                <a:moveTo>
                  <a:pt x="76201" y="0"/>
                </a:moveTo>
                <a:lnTo>
                  <a:pt x="5153024" y="0"/>
                </a:lnTo>
                <a:cubicBezTo>
                  <a:pt x="5195109" y="0"/>
                  <a:pt x="5229225" y="34116"/>
                  <a:pt x="5229225" y="76201"/>
                </a:cubicBezTo>
                <a:lnTo>
                  <a:pt x="5229225" y="342899"/>
                </a:lnTo>
                <a:cubicBezTo>
                  <a:pt x="5229225" y="384984"/>
                  <a:pt x="5195109" y="419100"/>
                  <a:pt x="5153024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0F172A">
              <a:alpha val="70196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6502956" y="5996941"/>
            <a:ext cx="150019" cy="133350"/>
          </a:xfrm>
          <a:custGeom>
            <a:avLst/>
            <a:gdLst/>
            <a:ahLst/>
            <a:cxnLst/>
            <a:rect l="l" t="t" r="r" b="b"/>
            <a:pathLst>
              <a:path w="150019" h="133350">
                <a:moveTo>
                  <a:pt x="80609" y="-4922"/>
                </a:moveTo>
                <a:cubicBezTo>
                  <a:pt x="79541" y="-7006"/>
                  <a:pt x="77379" y="-8334"/>
                  <a:pt x="75035" y="-8334"/>
                </a:cubicBezTo>
                <a:cubicBezTo>
                  <a:pt x="72691" y="-8334"/>
                  <a:pt x="70530" y="-7006"/>
                  <a:pt x="69462" y="-4922"/>
                </a:cubicBezTo>
                <a:lnTo>
                  <a:pt x="50293" y="32634"/>
                </a:lnTo>
                <a:lnTo>
                  <a:pt x="8647" y="39250"/>
                </a:lnTo>
                <a:cubicBezTo>
                  <a:pt x="6329" y="39614"/>
                  <a:pt x="4402" y="41255"/>
                  <a:pt x="3672" y="43495"/>
                </a:cubicBezTo>
                <a:cubicBezTo>
                  <a:pt x="2943" y="45735"/>
                  <a:pt x="3542" y="48183"/>
                  <a:pt x="5183" y="49850"/>
                </a:cubicBezTo>
                <a:lnTo>
                  <a:pt x="34978" y="79671"/>
                </a:lnTo>
                <a:lnTo>
                  <a:pt x="28415" y="121317"/>
                </a:lnTo>
                <a:cubicBezTo>
                  <a:pt x="28050" y="123635"/>
                  <a:pt x="29014" y="125979"/>
                  <a:pt x="30915" y="127360"/>
                </a:cubicBezTo>
                <a:cubicBezTo>
                  <a:pt x="32817" y="128740"/>
                  <a:pt x="35317" y="128948"/>
                  <a:pt x="37427" y="127881"/>
                </a:cubicBezTo>
                <a:lnTo>
                  <a:pt x="75035" y="108764"/>
                </a:lnTo>
                <a:lnTo>
                  <a:pt x="112618" y="127881"/>
                </a:lnTo>
                <a:cubicBezTo>
                  <a:pt x="114702" y="128948"/>
                  <a:pt x="117228" y="128740"/>
                  <a:pt x="119129" y="127360"/>
                </a:cubicBezTo>
                <a:cubicBezTo>
                  <a:pt x="121031" y="125979"/>
                  <a:pt x="121994" y="123661"/>
                  <a:pt x="121630" y="121317"/>
                </a:cubicBezTo>
                <a:lnTo>
                  <a:pt x="115040" y="79671"/>
                </a:lnTo>
                <a:lnTo>
                  <a:pt x="144836" y="49850"/>
                </a:lnTo>
                <a:cubicBezTo>
                  <a:pt x="146503" y="48183"/>
                  <a:pt x="147076" y="45735"/>
                  <a:pt x="146346" y="43495"/>
                </a:cubicBezTo>
                <a:cubicBezTo>
                  <a:pt x="145617" y="41255"/>
                  <a:pt x="143716" y="39614"/>
                  <a:pt x="141372" y="39250"/>
                </a:cubicBezTo>
                <a:lnTo>
                  <a:pt x="99752" y="32634"/>
                </a:lnTo>
                <a:lnTo>
                  <a:pt x="80609" y="-4922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66" name="Text 64"/>
          <p:cNvSpPr/>
          <p:nvPr/>
        </p:nvSpPr>
        <p:spPr>
          <a:xfrm>
            <a:off x="6720840" y="5966459"/>
            <a:ext cx="48387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9731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Highest Predictive Value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6231" y="463100"/>
            <a:ext cx="71246" cy="427477"/>
          </a:xfrm>
          <a:custGeom>
            <a:avLst/>
            <a:gdLst/>
            <a:ahLst/>
            <a:cxnLst/>
            <a:rect l="l" t="t" r="r" b="b"/>
            <a:pathLst>
              <a:path w="71246" h="427477">
                <a:moveTo>
                  <a:pt x="35623" y="0"/>
                </a:moveTo>
                <a:lnTo>
                  <a:pt x="35623" y="0"/>
                </a:lnTo>
                <a:cubicBezTo>
                  <a:pt x="55284" y="0"/>
                  <a:pt x="71246" y="15962"/>
                  <a:pt x="71246" y="35623"/>
                </a:cubicBezTo>
                <a:lnTo>
                  <a:pt x="71246" y="391854"/>
                </a:lnTo>
                <a:cubicBezTo>
                  <a:pt x="71246" y="411528"/>
                  <a:pt x="55297" y="427477"/>
                  <a:pt x="35623" y="427477"/>
                </a:cubicBezTo>
                <a:lnTo>
                  <a:pt x="35623" y="427477"/>
                </a:lnTo>
                <a:cubicBezTo>
                  <a:pt x="15949" y="427477"/>
                  <a:pt x="0" y="411528"/>
                  <a:pt x="0" y="391854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534346" y="356231"/>
            <a:ext cx="5058478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b="1" kern="0" spc="56" dirty="0">
                <a:solidFill>
                  <a:srgbClr val="F9731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09 / ML Approach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34346" y="569969"/>
            <a:ext cx="5200970" cy="42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66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Machine Learning Model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3355" y="1289556"/>
            <a:ext cx="4449323" cy="2810661"/>
          </a:xfrm>
          <a:custGeom>
            <a:avLst/>
            <a:gdLst/>
            <a:ahLst/>
            <a:cxnLst/>
            <a:rect l="l" t="t" r="r" b="b"/>
            <a:pathLst>
              <a:path w="4449323" h="2810661">
                <a:moveTo>
                  <a:pt x="142501" y="0"/>
                </a:moveTo>
                <a:lnTo>
                  <a:pt x="4306822" y="0"/>
                </a:lnTo>
                <a:cubicBezTo>
                  <a:pt x="4385523" y="0"/>
                  <a:pt x="4449323" y="63800"/>
                  <a:pt x="4449323" y="142501"/>
                </a:cubicBezTo>
                <a:lnTo>
                  <a:pt x="4449323" y="2668161"/>
                </a:lnTo>
                <a:cubicBezTo>
                  <a:pt x="4449323" y="2746862"/>
                  <a:pt x="4385523" y="2810661"/>
                  <a:pt x="4306822" y="2810661"/>
                </a:cubicBezTo>
                <a:lnTo>
                  <a:pt x="142501" y="2810661"/>
                </a:lnTo>
                <a:cubicBezTo>
                  <a:pt x="63800" y="2810661"/>
                  <a:pt x="0" y="2746862"/>
                  <a:pt x="0" y="2668161"/>
                </a:cubicBezTo>
                <a:lnTo>
                  <a:pt x="0" y="142501"/>
                </a:lnTo>
                <a:cubicBezTo>
                  <a:pt x="0" y="63852"/>
                  <a:pt x="63852" y="0"/>
                  <a:pt x="142501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30000"/>
                </a:srgbClr>
              </a:gs>
              <a:gs pos="100000">
                <a:srgbClr val="F97316">
                  <a:alpha val="30000"/>
                </a:srgbClr>
              </a:gs>
            </a:gsLst>
            <a:lin ang="2700000" scaled="1"/>
          </a:gradFill>
          <a:ln w="20320">
            <a:solidFill>
              <a:srgbClr val="3B82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4219" y="1510420"/>
            <a:ext cx="569969" cy="569969"/>
          </a:xfrm>
          <a:custGeom>
            <a:avLst/>
            <a:gdLst/>
            <a:ahLst/>
            <a:cxnLst/>
            <a:rect l="l" t="t" r="r" b="b"/>
            <a:pathLst>
              <a:path w="569969" h="569969">
                <a:moveTo>
                  <a:pt x="142492" y="0"/>
                </a:moveTo>
                <a:lnTo>
                  <a:pt x="427477" y="0"/>
                </a:lnTo>
                <a:cubicBezTo>
                  <a:pt x="506121" y="0"/>
                  <a:pt x="569969" y="63849"/>
                  <a:pt x="569969" y="142492"/>
                </a:cubicBezTo>
                <a:lnTo>
                  <a:pt x="569969" y="427477"/>
                </a:lnTo>
                <a:cubicBezTo>
                  <a:pt x="569969" y="506121"/>
                  <a:pt x="506121" y="569969"/>
                  <a:pt x="427477" y="569969"/>
                </a:cubicBezTo>
                <a:lnTo>
                  <a:pt x="142492" y="569969"/>
                </a:lnTo>
                <a:cubicBezTo>
                  <a:pt x="63849" y="569969"/>
                  <a:pt x="0" y="506121"/>
                  <a:pt x="0" y="427477"/>
                </a:cubicBezTo>
                <a:lnTo>
                  <a:pt x="0" y="142492"/>
                </a:lnTo>
                <a:cubicBezTo>
                  <a:pt x="0" y="63849"/>
                  <a:pt x="63849" y="0"/>
                  <a:pt x="142492" y="0"/>
                </a:cubicBezTo>
                <a:close/>
              </a:path>
            </a:pathLst>
          </a:custGeom>
          <a:solidFill>
            <a:srgbClr val="3B82F6"/>
          </a:soli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21145" y="1661818"/>
            <a:ext cx="300570" cy="267173"/>
          </a:xfrm>
          <a:custGeom>
            <a:avLst/>
            <a:gdLst/>
            <a:ahLst/>
            <a:cxnLst/>
            <a:rect l="l" t="t" r="r" b="b"/>
            <a:pathLst>
              <a:path w="300570" h="267173">
                <a:moveTo>
                  <a:pt x="25047" y="102173"/>
                </a:moveTo>
                <a:lnTo>
                  <a:pt x="134213" y="147102"/>
                </a:lnTo>
                <a:cubicBezTo>
                  <a:pt x="139327" y="149189"/>
                  <a:pt x="144754" y="150285"/>
                  <a:pt x="150285" y="150285"/>
                </a:cubicBezTo>
                <a:cubicBezTo>
                  <a:pt x="155816" y="150285"/>
                  <a:pt x="161243" y="149189"/>
                  <a:pt x="166357" y="147102"/>
                </a:cubicBezTo>
                <a:lnTo>
                  <a:pt x="292847" y="95024"/>
                </a:lnTo>
                <a:cubicBezTo>
                  <a:pt x="297543" y="93093"/>
                  <a:pt x="300570" y="88553"/>
                  <a:pt x="300570" y="83492"/>
                </a:cubicBezTo>
                <a:cubicBezTo>
                  <a:pt x="300570" y="78430"/>
                  <a:pt x="297543" y="73890"/>
                  <a:pt x="292847" y="71959"/>
                </a:cubicBezTo>
                <a:lnTo>
                  <a:pt x="166357" y="19881"/>
                </a:lnTo>
                <a:cubicBezTo>
                  <a:pt x="161243" y="17794"/>
                  <a:pt x="155816" y="16698"/>
                  <a:pt x="150285" y="16698"/>
                </a:cubicBezTo>
                <a:cubicBezTo>
                  <a:pt x="144754" y="16698"/>
                  <a:pt x="139327" y="17794"/>
                  <a:pt x="134213" y="19881"/>
                </a:cubicBezTo>
                <a:lnTo>
                  <a:pt x="7723" y="71959"/>
                </a:lnTo>
                <a:cubicBezTo>
                  <a:pt x="3027" y="73890"/>
                  <a:pt x="0" y="78430"/>
                  <a:pt x="0" y="83492"/>
                </a:cubicBezTo>
                <a:lnTo>
                  <a:pt x="0" y="237951"/>
                </a:lnTo>
                <a:cubicBezTo>
                  <a:pt x="0" y="244891"/>
                  <a:pt x="5584" y="250475"/>
                  <a:pt x="12524" y="250475"/>
                </a:cubicBezTo>
                <a:cubicBezTo>
                  <a:pt x="19464" y="250475"/>
                  <a:pt x="25047" y="244891"/>
                  <a:pt x="25047" y="237951"/>
                </a:cubicBezTo>
                <a:lnTo>
                  <a:pt x="25047" y="102173"/>
                </a:lnTo>
                <a:close/>
                <a:moveTo>
                  <a:pt x="50095" y="139588"/>
                </a:moveTo>
                <a:lnTo>
                  <a:pt x="50095" y="200380"/>
                </a:lnTo>
                <a:cubicBezTo>
                  <a:pt x="50095" y="228036"/>
                  <a:pt x="94972" y="250475"/>
                  <a:pt x="150285" y="250475"/>
                </a:cubicBezTo>
                <a:cubicBezTo>
                  <a:pt x="205598" y="250475"/>
                  <a:pt x="250475" y="228036"/>
                  <a:pt x="250475" y="200380"/>
                </a:cubicBezTo>
                <a:lnTo>
                  <a:pt x="250475" y="139535"/>
                </a:lnTo>
                <a:lnTo>
                  <a:pt x="175906" y="170271"/>
                </a:lnTo>
                <a:cubicBezTo>
                  <a:pt x="167766" y="173610"/>
                  <a:pt x="159104" y="175332"/>
                  <a:pt x="150285" y="175332"/>
                </a:cubicBezTo>
                <a:cubicBezTo>
                  <a:pt x="141466" y="175332"/>
                  <a:pt x="132804" y="173610"/>
                  <a:pt x="124663" y="170271"/>
                </a:cubicBezTo>
                <a:lnTo>
                  <a:pt x="50095" y="139535"/>
                </a:ln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8" name="Text 6"/>
          <p:cNvSpPr/>
          <p:nvPr/>
        </p:nvSpPr>
        <p:spPr>
          <a:xfrm>
            <a:off x="1296680" y="1635100"/>
            <a:ext cx="2778600" cy="320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04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Supervised Learning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4219" y="2258504"/>
            <a:ext cx="4078843" cy="69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2" dirty="0">
                <a:solidFill>
                  <a:srgbClr val="F8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model is trained on historical IPL data with known outcomes, learning patterns between input features and final scores.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4219" y="3131270"/>
            <a:ext cx="1950364" cy="748085"/>
          </a:xfrm>
          <a:custGeom>
            <a:avLst/>
            <a:gdLst/>
            <a:ahLst/>
            <a:cxnLst/>
            <a:rect l="l" t="t" r="r" b="b"/>
            <a:pathLst>
              <a:path w="1950364" h="748085">
                <a:moveTo>
                  <a:pt x="106871" y="0"/>
                </a:moveTo>
                <a:lnTo>
                  <a:pt x="1843492" y="0"/>
                </a:lnTo>
                <a:cubicBezTo>
                  <a:pt x="1902516" y="0"/>
                  <a:pt x="1950364" y="47848"/>
                  <a:pt x="1950364" y="106871"/>
                </a:cubicBezTo>
                <a:lnTo>
                  <a:pt x="1950364" y="641213"/>
                </a:lnTo>
                <a:cubicBezTo>
                  <a:pt x="1950364" y="700237"/>
                  <a:pt x="1902516" y="748085"/>
                  <a:pt x="1843492" y="748085"/>
                </a:cubicBezTo>
                <a:lnTo>
                  <a:pt x="106871" y="748085"/>
                </a:lnTo>
                <a:cubicBezTo>
                  <a:pt x="47887" y="748085"/>
                  <a:pt x="0" y="700197"/>
                  <a:pt x="0" y="641213"/>
                </a:cubicBezTo>
                <a:lnTo>
                  <a:pt x="0" y="106871"/>
                </a:lnTo>
                <a:cubicBezTo>
                  <a:pt x="0" y="47887"/>
                  <a:pt x="47887" y="0"/>
                  <a:pt x="106871" y="0"/>
                </a:cubicBezTo>
                <a:close/>
              </a:path>
            </a:pathLst>
          </a:custGeom>
          <a:solidFill>
            <a:srgbClr val="0F172A">
              <a:alpha val="7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465779" y="3273762"/>
            <a:ext cx="187021" cy="213738"/>
          </a:xfrm>
          <a:custGeom>
            <a:avLst/>
            <a:gdLst/>
            <a:ahLst/>
            <a:cxnLst/>
            <a:rect l="l" t="t" r="r" b="b"/>
            <a:pathLst>
              <a:path w="187021" h="213738">
                <a:moveTo>
                  <a:pt x="187021" y="85913"/>
                </a:moveTo>
                <a:cubicBezTo>
                  <a:pt x="180843" y="90004"/>
                  <a:pt x="173746" y="93302"/>
                  <a:pt x="166357" y="95932"/>
                </a:cubicBezTo>
                <a:cubicBezTo>
                  <a:pt x="146736" y="102945"/>
                  <a:pt x="120979" y="106869"/>
                  <a:pt x="93511" y="106869"/>
                </a:cubicBezTo>
                <a:cubicBezTo>
                  <a:pt x="66042" y="106869"/>
                  <a:pt x="40243" y="102903"/>
                  <a:pt x="20664" y="95932"/>
                </a:cubicBezTo>
                <a:cubicBezTo>
                  <a:pt x="13317" y="93302"/>
                  <a:pt x="6178" y="90004"/>
                  <a:pt x="0" y="85913"/>
                </a:cubicBezTo>
                <a:lnTo>
                  <a:pt x="0" y="120228"/>
                </a:lnTo>
                <a:cubicBezTo>
                  <a:pt x="0" y="138680"/>
                  <a:pt x="41871" y="153625"/>
                  <a:pt x="93511" y="153625"/>
                </a:cubicBezTo>
                <a:cubicBezTo>
                  <a:pt x="145150" y="153625"/>
                  <a:pt x="187021" y="138680"/>
                  <a:pt x="187021" y="120228"/>
                </a:cubicBezTo>
                <a:lnTo>
                  <a:pt x="187021" y="85913"/>
                </a:lnTo>
                <a:close/>
                <a:moveTo>
                  <a:pt x="187021" y="53435"/>
                </a:moveTo>
                <a:lnTo>
                  <a:pt x="187021" y="33397"/>
                </a:lnTo>
                <a:cubicBezTo>
                  <a:pt x="187021" y="14945"/>
                  <a:pt x="145150" y="0"/>
                  <a:pt x="93511" y="0"/>
                </a:cubicBezTo>
                <a:cubicBezTo>
                  <a:pt x="41871" y="0"/>
                  <a:pt x="0" y="14945"/>
                  <a:pt x="0" y="33397"/>
                </a:cubicBezTo>
                <a:lnTo>
                  <a:pt x="0" y="53435"/>
                </a:lnTo>
                <a:cubicBezTo>
                  <a:pt x="0" y="71886"/>
                  <a:pt x="41871" y="86831"/>
                  <a:pt x="93511" y="86831"/>
                </a:cubicBezTo>
                <a:cubicBezTo>
                  <a:pt x="145150" y="86831"/>
                  <a:pt x="187021" y="71886"/>
                  <a:pt x="187021" y="53435"/>
                </a:cubicBezTo>
                <a:close/>
                <a:moveTo>
                  <a:pt x="166357" y="162725"/>
                </a:moveTo>
                <a:cubicBezTo>
                  <a:pt x="146778" y="169697"/>
                  <a:pt x="121021" y="173663"/>
                  <a:pt x="93511" y="173663"/>
                </a:cubicBezTo>
                <a:cubicBezTo>
                  <a:pt x="66000" y="173663"/>
                  <a:pt x="40243" y="169697"/>
                  <a:pt x="20664" y="162725"/>
                </a:cubicBezTo>
                <a:cubicBezTo>
                  <a:pt x="13317" y="160095"/>
                  <a:pt x="6178" y="156797"/>
                  <a:pt x="0" y="152706"/>
                </a:cubicBezTo>
                <a:lnTo>
                  <a:pt x="0" y="180342"/>
                </a:lnTo>
                <a:cubicBezTo>
                  <a:pt x="0" y="198793"/>
                  <a:pt x="41871" y="213738"/>
                  <a:pt x="93511" y="213738"/>
                </a:cubicBezTo>
                <a:cubicBezTo>
                  <a:pt x="145150" y="213738"/>
                  <a:pt x="187021" y="198793"/>
                  <a:pt x="187021" y="180342"/>
                </a:cubicBezTo>
                <a:lnTo>
                  <a:pt x="187021" y="152706"/>
                </a:lnTo>
                <a:cubicBezTo>
                  <a:pt x="180843" y="156797"/>
                  <a:pt x="173746" y="160095"/>
                  <a:pt x="166357" y="162725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695541" y="3558747"/>
            <a:ext cx="1727720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2" dirty="0">
                <a:solidFill>
                  <a:srgbClr val="F8FAFC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Training Data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641229" y="3131270"/>
            <a:ext cx="1950364" cy="748085"/>
          </a:xfrm>
          <a:custGeom>
            <a:avLst/>
            <a:gdLst/>
            <a:ahLst/>
            <a:cxnLst/>
            <a:rect l="l" t="t" r="r" b="b"/>
            <a:pathLst>
              <a:path w="1950364" h="748085">
                <a:moveTo>
                  <a:pt x="106871" y="0"/>
                </a:moveTo>
                <a:lnTo>
                  <a:pt x="1843492" y="0"/>
                </a:lnTo>
                <a:cubicBezTo>
                  <a:pt x="1902516" y="0"/>
                  <a:pt x="1950364" y="47848"/>
                  <a:pt x="1950364" y="106871"/>
                </a:cubicBezTo>
                <a:lnTo>
                  <a:pt x="1950364" y="641213"/>
                </a:lnTo>
                <a:cubicBezTo>
                  <a:pt x="1950364" y="700237"/>
                  <a:pt x="1902516" y="748085"/>
                  <a:pt x="1843492" y="748085"/>
                </a:cubicBezTo>
                <a:lnTo>
                  <a:pt x="106871" y="748085"/>
                </a:lnTo>
                <a:cubicBezTo>
                  <a:pt x="47887" y="748085"/>
                  <a:pt x="0" y="700197"/>
                  <a:pt x="0" y="641213"/>
                </a:cubicBezTo>
                <a:lnTo>
                  <a:pt x="0" y="106871"/>
                </a:lnTo>
                <a:cubicBezTo>
                  <a:pt x="0" y="47887"/>
                  <a:pt x="47887" y="0"/>
                  <a:pt x="106871" y="0"/>
                </a:cubicBezTo>
                <a:close/>
              </a:path>
            </a:pathLst>
          </a:custGeom>
          <a:solidFill>
            <a:srgbClr val="0F172A">
              <a:alpha val="70196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509430" y="3273762"/>
            <a:ext cx="213738" cy="213738"/>
          </a:xfrm>
          <a:custGeom>
            <a:avLst/>
            <a:gdLst/>
            <a:ahLst/>
            <a:cxnLst/>
            <a:rect l="l" t="t" r="r" b="b"/>
            <a:pathLst>
              <a:path w="213738" h="213738">
                <a:moveTo>
                  <a:pt x="187021" y="106869"/>
                </a:moveTo>
                <a:cubicBezTo>
                  <a:pt x="187021" y="62632"/>
                  <a:pt x="151106" y="26717"/>
                  <a:pt x="106869" y="26717"/>
                </a:cubicBezTo>
                <a:cubicBezTo>
                  <a:pt x="62632" y="26717"/>
                  <a:pt x="26717" y="62632"/>
                  <a:pt x="26717" y="106869"/>
                </a:cubicBezTo>
                <a:cubicBezTo>
                  <a:pt x="26717" y="151106"/>
                  <a:pt x="62632" y="187021"/>
                  <a:pt x="106869" y="187021"/>
                </a:cubicBezTo>
                <a:cubicBezTo>
                  <a:pt x="151106" y="187021"/>
                  <a:pt x="187021" y="151106"/>
                  <a:pt x="187021" y="106869"/>
                </a:cubicBezTo>
                <a:close/>
                <a:moveTo>
                  <a:pt x="0" y="106869"/>
                </a:moveTo>
                <a:cubicBezTo>
                  <a:pt x="0" y="47887"/>
                  <a:pt x="47887" y="0"/>
                  <a:pt x="106869" y="0"/>
                </a:cubicBezTo>
                <a:cubicBezTo>
                  <a:pt x="165852" y="0"/>
                  <a:pt x="213738" y="47887"/>
                  <a:pt x="213738" y="106869"/>
                </a:cubicBezTo>
                <a:cubicBezTo>
                  <a:pt x="213738" y="165852"/>
                  <a:pt x="165852" y="213738"/>
                  <a:pt x="106869" y="213738"/>
                </a:cubicBezTo>
                <a:cubicBezTo>
                  <a:pt x="47887" y="213738"/>
                  <a:pt x="0" y="165852"/>
                  <a:pt x="0" y="106869"/>
                </a:cubicBezTo>
                <a:close/>
                <a:moveTo>
                  <a:pt x="106869" y="140266"/>
                </a:moveTo>
                <a:cubicBezTo>
                  <a:pt x="125301" y="140266"/>
                  <a:pt x="140266" y="125301"/>
                  <a:pt x="140266" y="106869"/>
                </a:cubicBezTo>
                <a:cubicBezTo>
                  <a:pt x="140266" y="88437"/>
                  <a:pt x="125301" y="73473"/>
                  <a:pt x="106869" y="73473"/>
                </a:cubicBezTo>
                <a:cubicBezTo>
                  <a:pt x="88437" y="73473"/>
                  <a:pt x="73473" y="88437"/>
                  <a:pt x="73473" y="106869"/>
                </a:cubicBezTo>
                <a:cubicBezTo>
                  <a:pt x="73473" y="125301"/>
                  <a:pt x="88437" y="140266"/>
                  <a:pt x="106869" y="140266"/>
                </a:cubicBezTo>
                <a:close/>
                <a:moveTo>
                  <a:pt x="106869" y="46755"/>
                </a:moveTo>
                <a:cubicBezTo>
                  <a:pt x="140047" y="46755"/>
                  <a:pt x="166983" y="73691"/>
                  <a:pt x="166983" y="106869"/>
                </a:cubicBezTo>
                <a:cubicBezTo>
                  <a:pt x="166983" y="140047"/>
                  <a:pt x="140047" y="166983"/>
                  <a:pt x="106869" y="166983"/>
                </a:cubicBezTo>
                <a:cubicBezTo>
                  <a:pt x="73691" y="166983"/>
                  <a:pt x="46755" y="140047"/>
                  <a:pt x="46755" y="106869"/>
                </a:cubicBezTo>
                <a:cubicBezTo>
                  <a:pt x="46755" y="73691"/>
                  <a:pt x="73691" y="46755"/>
                  <a:pt x="106869" y="46755"/>
                </a:cubicBezTo>
                <a:close/>
                <a:moveTo>
                  <a:pt x="93511" y="106869"/>
                </a:moveTo>
                <a:cubicBezTo>
                  <a:pt x="93511" y="99496"/>
                  <a:pt x="99496" y="93511"/>
                  <a:pt x="106869" y="93511"/>
                </a:cubicBezTo>
                <a:cubicBezTo>
                  <a:pt x="114242" y="93511"/>
                  <a:pt x="120228" y="99496"/>
                  <a:pt x="120228" y="106869"/>
                </a:cubicBezTo>
                <a:cubicBezTo>
                  <a:pt x="120228" y="114242"/>
                  <a:pt x="114242" y="120228"/>
                  <a:pt x="106869" y="120228"/>
                </a:cubicBezTo>
                <a:cubicBezTo>
                  <a:pt x="99496" y="120228"/>
                  <a:pt x="93511" y="114242"/>
                  <a:pt x="93511" y="106869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2752551" y="3558747"/>
            <a:ext cx="1727720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82" dirty="0">
                <a:solidFill>
                  <a:srgbClr val="F8FAFC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Target Labels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59793" y="4289021"/>
            <a:ext cx="4460010" cy="2358248"/>
          </a:xfrm>
          <a:custGeom>
            <a:avLst/>
            <a:gdLst/>
            <a:ahLst/>
            <a:cxnLst/>
            <a:rect l="l" t="t" r="r" b="b"/>
            <a:pathLst>
              <a:path w="4460010" h="2358248">
                <a:moveTo>
                  <a:pt x="142485" y="0"/>
                </a:moveTo>
                <a:lnTo>
                  <a:pt x="4317525" y="0"/>
                </a:lnTo>
                <a:cubicBezTo>
                  <a:pt x="4396217" y="0"/>
                  <a:pt x="4460010" y="63793"/>
                  <a:pt x="4460010" y="142485"/>
                </a:cubicBezTo>
                <a:lnTo>
                  <a:pt x="4460010" y="2215763"/>
                </a:lnTo>
                <a:cubicBezTo>
                  <a:pt x="4460010" y="2294455"/>
                  <a:pt x="4396217" y="2358248"/>
                  <a:pt x="4317525" y="2358248"/>
                </a:cubicBezTo>
                <a:lnTo>
                  <a:pt x="142485" y="2358248"/>
                </a:lnTo>
                <a:cubicBezTo>
                  <a:pt x="63793" y="2358248"/>
                  <a:pt x="0" y="2294455"/>
                  <a:pt x="0" y="2215763"/>
                </a:cubicBezTo>
                <a:lnTo>
                  <a:pt x="0" y="142485"/>
                </a:lnTo>
                <a:cubicBezTo>
                  <a:pt x="0" y="63793"/>
                  <a:pt x="63793" y="0"/>
                  <a:pt x="142485" y="0"/>
                </a:cubicBezTo>
                <a:close/>
              </a:path>
            </a:pathLst>
          </a:custGeom>
          <a:solidFill>
            <a:srgbClr val="1E293B"/>
          </a:solidFill>
          <a:ln w="10160">
            <a:solidFill>
              <a:srgbClr val="F97316">
                <a:alpha val="3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7094" y="4541943"/>
            <a:ext cx="222644" cy="178115"/>
          </a:xfrm>
          <a:custGeom>
            <a:avLst/>
            <a:gdLst/>
            <a:ahLst/>
            <a:cxnLst/>
            <a:rect l="l" t="t" r="r" b="b"/>
            <a:pathLst>
              <a:path w="222644" h="178115">
                <a:moveTo>
                  <a:pt x="144684" y="73229"/>
                </a:moveTo>
                <a:cubicBezTo>
                  <a:pt x="148928" y="72081"/>
                  <a:pt x="153381" y="74099"/>
                  <a:pt x="155294" y="78030"/>
                </a:cubicBezTo>
                <a:lnTo>
                  <a:pt x="161765" y="91110"/>
                </a:lnTo>
                <a:cubicBezTo>
                  <a:pt x="165348" y="91597"/>
                  <a:pt x="168862" y="92571"/>
                  <a:pt x="172167" y="93928"/>
                </a:cubicBezTo>
                <a:lnTo>
                  <a:pt x="184342" y="85822"/>
                </a:lnTo>
                <a:cubicBezTo>
                  <a:pt x="187995" y="83387"/>
                  <a:pt x="192831" y="83874"/>
                  <a:pt x="195927" y="86970"/>
                </a:cubicBezTo>
                <a:lnTo>
                  <a:pt x="202606" y="93650"/>
                </a:lnTo>
                <a:cubicBezTo>
                  <a:pt x="205702" y="96746"/>
                  <a:pt x="206189" y="101616"/>
                  <a:pt x="203754" y="105234"/>
                </a:cubicBezTo>
                <a:lnTo>
                  <a:pt x="195649" y="117375"/>
                </a:lnTo>
                <a:cubicBezTo>
                  <a:pt x="196310" y="119010"/>
                  <a:pt x="196901" y="120715"/>
                  <a:pt x="197388" y="122489"/>
                </a:cubicBezTo>
                <a:cubicBezTo>
                  <a:pt x="197875" y="124263"/>
                  <a:pt x="198188" y="126003"/>
                  <a:pt x="198432" y="127777"/>
                </a:cubicBezTo>
                <a:lnTo>
                  <a:pt x="211547" y="134248"/>
                </a:lnTo>
                <a:cubicBezTo>
                  <a:pt x="215478" y="136196"/>
                  <a:pt x="217496" y="140649"/>
                  <a:pt x="216348" y="144858"/>
                </a:cubicBezTo>
                <a:lnTo>
                  <a:pt x="213912" y="153972"/>
                </a:lnTo>
                <a:cubicBezTo>
                  <a:pt x="212764" y="158182"/>
                  <a:pt x="208833" y="161034"/>
                  <a:pt x="204450" y="160756"/>
                </a:cubicBezTo>
                <a:lnTo>
                  <a:pt x="189839" y="159817"/>
                </a:lnTo>
                <a:cubicBezTo>
                  <a:pt x="187647" y="162635"/>
                  <a:pt x="185108" y="165244"/>
                  <a:pt x="182220" y="167470"/>
                </a:cubicBezTo>
                <a:lnTo>
                  <a:pt x="183160" y="182046"/>
                </a:lnTo>
                <a:cubicBezTo>
                  <a:pt x="183438" y="186430"/>
                  <a:pt x="180585" y="190396"/>
                  <a:pt x="176376" y="191509"/>
                </a:cubicBezTo>
                <a:lnTo>
                  <a:pt x="167262" y="193944"/>
                </a:lnTo>
                <a:cubicBezTo>
                  <a:pt x="163017" y="195092"/>
                  <a:pt x="158599" y="193074"/>
                  <a:pt x="156651" y="189143"/>
                </a:cubicBezTo>
                <a:lnTo>
                  <a:pt x="150181" y="176063"/>
                </a:lnTo>
                <a:cubicBezTo>
                  <a:pt x="146597" y="175576"/>
                  <a:pt x="143084" y="174602"/>
                  <a:pt x="139779" y="173245"/>
                </a:cubicBezTo>
                <a:lnTo>
                  <a:pt x="127603" y="181351"/>
                </a:lnTo>
                <a:cubicBezTo>
                  <a:pt x="123950" y="183786"/>
                  <a:pt x="119115" y="183299"/>
                  <a:pt x="116019" y="180203"/>
                </a:cubicBezTo>
                <a:lnTo>
                  <a:pt x="109339" y="173523"/>
                </a:lnTo>
                <a:cubicBezTo>
                  <a:pt x="106243" y="170427"/>
                  <a:pt x="105756" y="165592"/>
                  <a:pt x="108191" y="161939"/>
                </a:cubicBezTo>
                <a:lnTo>
                  <a:pt x="116297" y="149763"/>
                </a:lnTo>
                <a:cubicBezTo>
                  <a:pt x="115636" y="148128"/>
                  <a:pt x="115044" y="146423"/>
                  <a:pt x="114557" y="144649"/>
                </a:cubicBezTo>
                <a:cubicBezTo>
                  <a:pt x="114070" y="142875"/>
                  <a:pt x="113757" y="141101"/>
                  <a:pt x="113514" y="139361"/>
                </a:cubicBezTo>
                <a:lnTo>
                  <a:pt x="100399" y="132891"/>
                </a:lnTo>
                <a:cubicBezTo>
                  <a:pt x="96468" y="130943"/>
                  <a:pt x="94485" y="126490"/>
                  <a:pt x="95598" y="122280"/>
                </a:cubicBezTo>
                <a:lnTo>
                  <a:pt x="98033" y="113166"/>
                </a:lnTo>
                <a:cubicBezTo>
                  <a:pt x="99181" y="108957"/>
                  <a:pt x="103112" y="106104"/>
                  <a:pt x="107495" y="106382"/>
                </a:cubicBezTo>
                <a:lnTo>
                  <a:pt x="122072" y="107321"/>
                </a:lnTo>
                <a:cubicBezTo>
                  <a:pt x="124263" y="104504"/>
                  <a:pt x="126803" y="101895"/>
                  <a:pt x="129690" y="99668"/>
                </a:cubicBezTo>
                <a:lnTo>
                  <a:pt x="128751" y="85127"/>
                </a:lnTo>
                <a:cubicBezTo>
                  <a:pt x="128473" y="80743"/>
                  <a:pt x="131325" y="76777"/>
                  <a:pt x="135535" y="75664"/>
                </a:cubicBezTo>
                <a:lnTo>
                  <a:pt x="144649" y="73229"/>
                </a:lnTo>
                <a:close/>
                <a:moveTo>
                  <a:pt x="155990" y="118280"/>
                </a:moveTo>
                <a:cubicBezTo>
                  <a:pt x="147542" y="118289"/>
                  <a:pt x="140691" y="125156"/>
                  <a:pt x="140701" y="133604"/>
                </a:cubicBezTo>
                <a:cubicBezTo>
                  <a:pt x="140710" y="142052"/>
                  <a:pt x="147577" y="148903"/>
                  <a:pt x="156025" y="148893"/>
                </a:cubicBezTo>
                <a:cubicBezTo>
                  <a:pt x="164473" y="148884"/>
                  <a:pt x="171324" y="142017"/>
                  <a:pt x="171314" y="133569"/>
                </a:cubicBezTo>
                <a:cubicBezTo>
                  <a:pt x="171305" y="125121"/>
                  <a:pt x="164438" y="118270"/>
                  <a:pt x="155990" y="118280"/>
                </a:cubicBezTo>
                <a:close/>
                <a:moveTo>
                  <a:pt x="78239" y="-15829"/>
                </a:moveTo>
                <a:lnTo>
                  <a:pt x="87353" y="-13393"/>
                </a:lnTo>
                <a:cubicBezTo>
                  <a:pt x="91562" y="-12245"/>
                  <a:pt x="94415" y="-8280"/>
                  <a:pt x="94137" y="-3931"/>
                </a:cubicBezTo>
                <a:lnTo>
                  <a:pt x="93197" y="10610"/>
                </a:lnTo>
                <a:cubicBezTo>
                  <a:pt x="96085" y="12837"/>
                  <a:pt x="98624" y="15411"/>
                  <a:pt x="100816" y="18264"/>
                </a:cubicBezTo>
                <a:lnTo>
                  <a:pt x="115427" y="17325"/>
                </a:lnTo>
                <a:cubicBezTo>
                  <a:pt x="119776" y="17046"/>
                  <a:pt x="123742" y="19899"/>
                  <a:pt x="124890" y="24108"/>
                </a:cubicBezTo>
                <a:lnTo>
                  <a:pt x="127325" y="33223"/>
                </a:lnTo>
                <a:cubicBezTo>
                  <a:pt x="128438" y="37432"/>
                  <a:pt x="126455" y="41885"/>
                  <a:pt x="122524" y="43833"/>
                </a:cubicBezTo>
                <a:lnTo>
                  <a:pt x="109409" y="50304"/>
                </a:lnTo>
                <a:cubicBezTo>
                  <a:pt x="109165" y="52078"/>
                  <a:pt x="108817" y="53852"/>
                  <a:pt x="108365" y="55591"/>
                </a:cubicBezTo>
                <a:cubicBezTo>
                  <a:pt x="107913" y="57331"/>
                  <a:pt x="107287" y="59070"/>
                  <a:pt x="106626" y="60705"/>
                </a:cubicBezTo>
                <a:lnTo>
                  <a:pt x="114731" y="72881"/>
                </a:lnTo>
                <a:cubicBezTo>
                  <a:pt x="117167" y="76534"/>
                  <a:pt x="116680" y="81370"/>
                  <a:pt x="113583" y="84466"/>
                </a:cubicBezTo>
                <a:lnTo>
                  <a:pt x="106904" y="91145"/>
                </a:lnTo>
                <a:cubicBezTo>
                  <a:pt x="103808" y="94241"/>
                  <a:pt x="98972" y="94728"/>
                  <a:pt x="95320" y="92293"/>
                </a:cubicBezTo>
                <a:lnTo>
                  <a:pt x="83144" y="84187"/>
                </a:lnTo>
                <a:cubicBezTo>
                  <a:pt x="79839" y="85544"/>
                  <a:pt x="76325" y="86518"/>
                  <a:pt x="72742" y="87005"/>
                </a:cubicBezTo>
                <a:lnTo>
                  <a:pt x="66271" y="100086"/>
                </a:lnTo>
                <a:cubicBezTo>
                  <a:pt x="64323" y="104017"/>
                  <a:pt x="59870" y="106000"/>
                  <a:pt x="55661" y="104886"/>
                </a:cubicBezTo>
                <a:lnTo>
                  <a:pt x="46547" y="102451"/>
                </a:lnTo>
                <a:cubicBezTo>
                  <a:pt x="42302" y="101303"/>
                  <a:pt x="39485" y="97337"/>
                  <a:pt x="39763" y="92989"/>
                </a:cubicBezTo>
                <a:lnTo>
                  <a:pt x="40702" y="78413"/>
                </a:lnTo>
                <a:cubicBezTo>
                  <a:pt x="37815" y="76186"/>
                  <a:pt x="35275" y="73612"/>
                  <a:pt x="33084" y="70759"/>
                </a:cubicBezTo>
                <a:lnTo>
                  <a:pt x="18473" y="71698"/>
                </a:lnTo>
                <a:cubicBezTo>
                  <a:pt x="14124" y="71977"/>
                  <a:pt x="10158" y="69124"/>
                  <a:pt x="9010" y="64915"/>
                </a:cubicBezTo>
                <a:lnTo>
                  <a:pt x="6575" y="55800"/>
                </a:lnTo>
                <a:cubicBezTo>
                  <a:pt x="5462" y="51591"/>
                  <a:pt x="7445" y="47138"/>
                  <a:pt x="11376" y="45190"/>
                </a:cubicBezTo>
                <a:lnTo>
                  <a:pt x="24491" y="38719"/>
                </a:lnTo>
                <a:cubicBezTo>
                  <a:pt x="24734" y="36945"/>
                  <a:pt x="25082" y="35206"/>
                  <a:pt x="25535" y="33431"/>
                </a:cubicBezTo>
                <a:cubicBezTo>
                  <a:pt x="26022" y="31657"/>
                  <a:pt x="26578" y="29953"/>
                  <a:pt x="27274" y="28318"/>
                </a:cubicBezTo>
                <a:lnTo>
                  <a:pt x="19168" y="16176"/>
                </a:lnTo>
                <a:cubicBezTo>
                  <a:pt x="16733" y="12524"/>
                  <a:pt x="17220" y="7688"/>
                  <a:pt x="20316" y="4592"/>
                </a:cubicBezTo>
                <a:lnTo>
                  <a:pt x="26996" y="-2087"/>
                </a:lnTo>
                <a:cubicBezTo>
                  <a:pt x="30092" y="-5183"/>
                  <a:pt x="34927" y="-5670"/>
                  <a:pt x="38580" y="-3235"/>
                </a:cubicBezTo>
                <a:lnTo>
                  <a:pt x="50756" y="4870"/>
                </a:lnTo>
                <a:cubicBezTo>
                  <a:pt x="54061" y="3514"/>
                  <a:pt x="57574" y="2540"/>
                  <a:pt x="61158" y="2053"/>
                </a:cubicBezTo>
                <a:lnTo>
                  <a:pt x="67628" y="-11028"/>
                </a:lnTo>
                <a:cubicBezTo>
                  <a:pt x="69576" y="-14959"/>
                  <a:pt x="73994" y="-16942"/>
                  <a:pt x="78239" y="-15829"/>
                </a:cubicBezTo>
                <a:close/>
                <a:moveTo>
                  <a:pt x="66932" y="29222"/>
                </a:moveTo>
                <a:cubicBezTo>
                  <a:pt x="58484" y="29222"/>
                  <a:pt x="51626" y="36081"/>
                  <a:pt x="51626" y="44529"/>
                </a:cubicBezTo>
                <a:cubicBezTo>
                  <a:pt x="51626" y="52977"/>
                  <a:pt x="58484" y="59836"/>
                  <a:pt x="66932" y="59836"/>
                </a:cubicBezTo>
                <a:cubicBezTo>
                  <a:pt x="75380" y="59836"/>
                  <a:pt x="82239" y="52977"/>
                  <a:pt x="82239" y="44529"/>
                </a:cubicBezTo>
                <a:cubicBezTo>
                  <a:pt x="82239" y="36081"/>
                  <a:pt x="75380" y="29222"/>
                  <a:pt x="66932" y="29222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799738" y="4506320"/>
            <a:ext cx="3891822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2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Training Process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77094" y="4915985"/>
            <a:ext cx="284985" cy="284985"/>
          </a:xfrm>
          <a:custGeom>
            <a:avLst/>
            <a:gdLst/>
            <a:ahLst/>
            <a:cxnLst/>
            <a:rect l="l" t="t" r="r" b="b"/>
            <a:pathLst>
              <a:path w="284985" h="284985">
                <a:moveTo>
                  <a:pt x="71246" y="0"/>
                </a:moveTo>
                <a:lnTo>
                  <a:pt x="213738" y="0"/>
                </a:lnTo>
                <a:cubicBezTo>
                  <a:pt x="253060" y="0"/>
                  <a:pt x="284985" y="31924"/>
                  <a:pt x="284985" y="71246"/>
                </a:cubicBezTo>
                <a:lnTo>
                  <a:pt x="284985" y="213738"/>
                </a:lnTo>
                <a:cubicBezTo>
                  <a:pt x="284985" y="253060"/>
                  <a:pt x="253060" y="284985"/>
                  <a:pt x="213738" y="284985"/>
                </a:cubicBezTo>
                <a:lnTo>
                  <a:pt x="71246" y="284985"/>
                </a:lnTo>
                <a:cubicBezTo>
                  <a:pt x="31924" y="284985"/>
                  <a:pt x="0" y="253060"/>
                  <a:pt x="0" y="213738"/>
                </a:cubicBezTo>
                <a:lnTo>
                  <a:pt x="0" y="71246"/>
                </a:lnTo>
                <a:cubicBezTo>
                  <a:pt x="0" y="31924"/>
                  <a:pt x="31924" y="0"/>
                  <a:pt x="71246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84854" y="4969420"/>
            <a:ext cx="133587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8948" y="4898174"/>
            <a:ext cx="3321852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split into training (80%) and testing (20%) sets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77094" y="5325651"/>
            <a:ext cx="284985" cy="284985"/>
          </a:xfrm>
          <a:custGeom>
            <a:avLst/>
            <a:gdLst/>
            <a:ahLst/>
            <a:cxnLst/>
            <a:rect l="l" t="t" r="r" b="b"/>
            <a:pathLst>
              <a:path w="284985" h="284985">
                <a:moveTo>
                  <a:pt x="71246" y="0"/>
                </a:moveTo>
                <a:lnTo>
                  <a:pt x="213738" y="0"/>
                </a:lnTo>
                <a:cubicBezTo>
                  <a:pt x="253060" y="0"/>
                  <a:pt x="284985" y="31924"/>
                  <a:pt x="284985" y="71246"/>
                </a:cubicBezTo>
                <a:lnTo>
                  <a:pt x="284985" y="213738"/>
                </a:lnTo>
                <a:cubicBezTo>
                  <a:pt x="284985" y="253060"/>
                  <a:pt x="253060" y="284985"/>
                  <a:pt x="213738" y="284985"/>
                </a:cubicBezTo>
                <a:lnTo>
                  <a:pt x="71246" y="284985"/>
                </a:lnTo>
                <a:cubicBezTo>
                  <a:pt x="31924" y="284985"/>
                  <a:pt x="0" y="253060"/>
                  <a:pt x="0" y="213738"/>
                </a:cubicBezTo>
                <a:lnTo>
                  <a:pt x="0" y="71246"/>
                </a:lnTo>
                <a:cubicBezTo>
                  <a:pt x="0" y="31924"/>
                  <a:pt x="31924" y="0"/>
                  <a:pt x="71246" y="0"/>
                </a:cubicBezTo>
                <a:close/>
              </a:path>
            </a:pathLst>
          </a:custGeom>
          <a:solidFill>
            <a:srgbClr val="F97316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84854" y="5379085"/>
            <a:ext cx="133587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F9731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68948" y="5307839"/>
            <a:ext cx="3027962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Features fed into model with target final scores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77094" y="5735316"/>
            <a:ext cx="284985" cy="284985"/>
          </a:xfrm>
          <a:custGeom>
            <a:avLst/>
            <a:gdLst/>
            <a:ahLst/>
            <a:cxnLst/>
            <a:rect l="l" t="t" r="r" b="b"/>
            <a:pathLst>
              <a:path w="284985" h="284985">
                <a:moveTo>
                  <a:pt x="71246" y="0"/>
                </a:moveTo>
                <a:lnTo>
                  <a:pt x="213738" y="0"/>
                </a:lnTo>
                <a:cubicBezTo>
                  <a:pt x="253060" y="0"/>
                  <a:pt x="284985" y="31924"/>
                  <a:pt x="284985" y="71246"/>
                </a:cubicBezTo>
                <a:lnTo>
                  <a:pt x="284985" y="213738"/>
                </a:lnTo>
                <a:cubicBezTo>
                  <a:pt x="284985" y="253060"/>
                  <a:pt x="253060" y="284985"/>
                  <a:pt x="213738" y="284985"/>
                </a:cubicBezTo>
                <a:lnTo>
                  <a:pt x="71246" y="284985"/>
                </a:lnTo>
                <a:cubicBezTo>
                  <a:pt x="31924" y="284985"/>
                  <a:pt x="0" y="253060"/>
                  <a:pt x="0" y="213738"/>
                </a:cubicBezTo>
                <a:lnTo>
                  <a:pt x="0" y="71246"/>
                </a:lnTo>
                <a:cubicBezTo>
                  <a:pt x="0" y="31924"/>
                  <a:pt x="31924" y="0"/>
                  <a:pt x="71246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84854" y="5788751"/>
            <a:ext cx="133587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8948" y="5717505"/>
            <a:ext cx="2555956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learns patterns and relationships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7094" y="6144982"/>
            <a:ext cx="284985" cy="284985"/>
          </a:xfrm>
          <a:custGeom>
            <a:avLst/>
            <a:gdLst/>
            <a:ahLst/>
            <a:cxnLst/>
            <a:rect l="l" t="t" r="r" b="b"/>
            <a:pathLst>
              <a:path w="284985" h="284985">
                <a:moveTo>
                  <a:pt x="71246" y="0"/>
                </a:moveTo>
                <a:lnTo>
                  <a:pt x="213738" y="0"/>
                </a:lnTo>
                <a:cubicBezTo>
                  <a:pt x="253060" y="0"/>
                  <a:pt x="284985" y="31924"/>
                  <a:pt x="284985" y="71246"/>
                </a:cubicBezTo>
                <a:lnTo>
                  <a:pt x="284985" y="213738"/>
                </a:lnTo>
                <a:cubicBezTo>
                  <a:pt x="284985" y="253060"/>
                  <a:pt x="253060" y="284985"/>
                  <a:pt x="213738" y="284985"/>
                </a:cubicBezTo>
                <a:lnTo>
                  <a:pt x="71246" y="284985"/>
                </a:lnTo>
                <a:cubicBezTo>
                  <a:pt x="31924" y="284985"/>
                  <a:pt x="0" y="253060"/>
                  <a:pt x="0" y="213738"/>
                </a:cubicBezTo>
                <a:lnTo>
                  <a:pt x="0" y="71246"/>
                </a:lnTo>
                <a:cubicBezTo>
                  <a:pt x="0" y="31924"/>
                  <a:pt x="31924" y="0"/>
                  <a:pt x="71246" y="0"/>
                </a:cubicBezTo>
                <a:close/>
              </a:path>
            </a:pathLst>
          </a:custGeom>
          <a:solidFill>
            <a:srgbClr val="F97316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84854" y="6198416"/>
            <a:ext cx="133587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b="1" dirty="0">
                <a:solidFill>
                  <a:srgbClr val="F9731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68948" y="6127170"/>
            <a:ext cx="2333312" cy="213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evaluated on test data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036659" y="1285993"/>
            <a:ext cx="6793322" cy="5564325"/>
          </a:xfrm>
          <a:custGeom>
            <a:avLst/>
            <a:gdLst/>
            <a:ahLst/>
            <a:cxnLst/>
            <a:rect l="l" t="t" r="r" b="b"/>
            <a:pathLst>
              <a:path w="6793322" h="5564325">
                <a:moveTo>
                  <a:pt x="142502" y="0"/>
                </a:moveTo>
                <a:lnTo>
                  <a:pt x="6650819" y="0"/>
                </a:lnTo>
                <a:cubicBezTo>
                  <a:pt x="6729521" y="0"/>
                  <a:pt x="6793322" y="63800"/>
                  <a:pt x="6793322" y="142502"/>
                </a:cubicBezTo>
                <a:lnTo>
                  <a:pt x="6793322" y="5421823"/>
                </a:lnTo>
                <a:cubicBezTo>
                  <a:pt x="6793322" y="5500525"/>
                  <a:pt x="6729521" y="5564325"/>
                  <a:pt x="6650819" y="5564325"/>
                </a:cubicBezTo>
                <a:lnTo>
                  <a:pt x="142502" y="5564325"/>
                </a:lnTo>
                <a:cubicBezTo>
                  <a:pt x="63800" y="5564325"/>
                  <a:pt x="0" y="5500525"/>
                  <a:pt x="0" y="5421823"/>
                </a:cubicBezTo>
                <a:lnTo>
                  <a:pt x="0" y="142502"/>
                </a:lnTo>
                <a:cubicBezTo>
                  <a:pt x="0" y="63800"/>
                  <a:pt x="63800" y="0"/>
                  <a:pt x="142502" y="0"/>
                </a:cubicBezTo>
                <a:close/>
              </a:path>
            </a:pathLst>
          </a:custGeom>
          <a:solidFill>
            <a:srgbClr val="1E293B"/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253959" y="1556618"/>
            <a:ext cx="222644" cy="178115"/>
          </a:xfrm>
          <a:custGeom>
            <a:avLst/>
            <a:gdLst/>
            <a:ahLst/>
            <a:cxnLst/>
            <a:rect l="l" t="t" r="r" b="b"/>
            <a:pathLst>
              <a:path w="222644" h="178115">
                <a:moveTo>
                  <a:pt x="122454" y="0"/>
                </a:moveTo>
                <a:cubicBezTo>
                  <a:pt x="122454" y="-6158"/>
                  <a:pt x="117480" y="-11132"/>
                  <a:pt x="111322" y="-11132"/>
                </a:cubicBezTo>
                <a:cubicBezTo>
                  <a:pt x="105165" y="-11132"/>
                  <a:pt x="100190" y="-6158"/>
                  <a:pt x="100190" y="0"/>
                </a:cubicBezTo>
                <a:lnTo>
                  <a:pt x="100190" y="22264"/>
                </a:lnTo>
                <a:lnTo>
                  <a:pt x="66793" y="22264"/>
                </a:lnTo>
                <a:cubicBezTo>
                  <a:pt x="48356" y="22264"/>
                  <a:pt x="33397" y="37223"/>
                  <a:pt x="33397" y="55661"/>
                </a:cubicBezTo>
                <a:lnTo>
                  <a:pt x="33397" y="133587"/>
                </a:lnTo>
                <a:cubicBezTo>
                  <a:pt x="33397" y="152024"/>
                  <a:pt x="48356" y="166983"/>
                  <a:pt x="66793" y="166983"/>
                </a:cubicBezTo>
                <a:lnTo>
                  <a:pt x="155851" y="166983"/>
                </a:lnTo>
                <a:cubicBezTo>
                  <a:pt x="174289" y="166983"/>
                  <a:pt x="189248" y="152024"/>
                  <a:pt x="189248" y="133587"/>
                </a:cubicBezTo>
                <a:lnTo>
                  <a:pt x="189248" y="55661"/>
                </a:lnTo>
                <a:cubicBezTo>
                  <a:pt x="189248" y="37223"/>
                  <a:pt x="174289" y="22264"/>
                  <a:pt x="155851" y="22264"/>
                </a:cubicBezTo>
                <a:lnTo>
                  <a:pt x="122454" y="22264"/>
                </a:lnTo>
                <a:lnTo>
                  <a:pt x="122454" y="0"/>
                </a:lnTo>
                <a:close/>
                <a:moveTo>
                  <a:pt x="55661" y="128020"/>
                </a:moveTo>
                <a:cubicBezTo>
                  <a:pt x="55661" y="123394"/>
                  <a:pt x="59383" y="119671"/>
                  <a:pt x="64010" y="119671"/>
                </a:cubicBezTo>
                <a:lnTo>
                  <a:pt x="75142" y="119671"/>
                </a:lnTo>
                <a:cubicBezTo>
                  <a:pt x="79769" y="119671"/>
                  <a:pt x="83492" y="123394"/>
                  <a:pt x="83492" y="128020"/>
                </a:cubicBezTo>
                <a:cubicBezTo>
                  <a:pt x="83492" y="132647"/>
                  <a:pt x="79769" y="136370"/>
                  <a:pt x="75142" y="136370"/>
                </a:cubicBezTo>
                <a:lnTo>
                  <a:pt x="64010" y="136370"/>
                </a:lnTo>
                <a:cubicBezTo>
                  <a:pt x="59383" y="136370"/>
                  <a:pt x="55661" y="132647"/>
                  <a:pt x="55661" y="128020"/>
                </a:cubicBezTo>
                <a:close/>
                <a:moveTo>
                  <a:pt x="97407" y="128020"/>
                </a:moveTo>
                <a:cubicBezTo>
                  <a:pt x="97407" y="123394"/>
                  <a:pt x="101129" y="119671"/>
                  <a:pt x="105756" y="119671"/>
                </a:cubicBezTo>
                <a:lnTo>
                  <a:pt x="116888" y="119671"/>
                </a:lnTo>
                <a:cubicBezTo>
                  <a:pt x="121515" y="119671"/>
                  <a:pt x="125237" y="123394"/>
                  <a:pt x="125237" y="128020"/>
                </a:cubicBezTo>
                <a:cubicBezTo>
                  <a:pt x="125237" y="132647"/>
                  <a:pt x="121515" y="136370"/>
                  <a:pt x="116888" y="136370"/>
                </a:cubicBezTo>
                <a:lnTo>
                  <a:pt x="105756" y="136370"/>
                </a:lnTo>
                <a:cubicBezTo>
                  <a:pt x="101129" y="136370"/>
                  <a:pt x="97407" y="132647"/>
                  <a:pt x="97407" y="128020"/>
                </a:cubicBezTo>
                <a:close/>
                <a:moveTo>
                  <a:pt x="139153" y="128020"/>
                </a:moveTo>
                <a:cubicBezTo>
                  <a:pt x="139153" y="123394"/>
                  <a:pt x="142875" y="119671"/>
                  <a:pt x="147502" y="119671"/>
                </a:cubicBezTo>
                <a:lnTo>
                  <a:pt x="158634" y="119671"/>
                </a:lnTo>
                <a:cubicBezTo>
                  <a:pt x="163261" y="119671"/>
                  <a:pt x="166983" y="123394"/>
                  <a:pt x="166983" y="128020"/>
                </a:cubicBezTo>
                <a:cubicBezTo>
                  <a:pt x="166983" y="132647"/>
                  <a:pt x="163261" y="136370"/>
                  <a:pt x="158634" y="136370"/>
                </a:cubicBezTo>
                <a:lnTo>
                  <a:pt x="147502" y="136370"/>
                </a:lnTo>
                <a:cubicBezTo>
                  <a:pt x="142875" y="136370"/>
                  <a:pt x="139153" y="132647"/>
                  <a:pt x="139153" y="128020"/>
                </a:cubicBezTo>
                <a:close/>
                <a:moveTo>
                  <a:pt x="77925" y="61227"/>
                </a:moveTo>
                <a:cubicBezTo>
                  <a:pt x="87142" y="61227"/>
                  <a:pt x="94624" y="68709"/>
                  <a:pt x="94624" y="77925"/>
                </a:cubicBezTo>
                <a:cubicBezTo>
                  <a:pt x="94624" y="87142"/>
                  <a:pt x="87142" y="94624"/>
                  <a:pt x="77925" y="94624"/>
                </a:cubicBezTo>
                <a:cubicBezTo>
                  <a:pt x="68709" y="94624"/>
                  <a:pt x="61227" y="87142"/>
                  <a:pt x="61227" y="77925"/>
                </a:cubicBezTo>
                <a:cubicBezTo>
                  <a:pt x="61227" y="68709"/>
                  <a:pt x="68709" y="61227"/>
                  <a:pt x="77925" y="61227"/>
                </a:cubicBezTo>
                <a:close/>
                <a:moveTo>
                  <a:pt x="128020" y="77925"/>
                </a:moveTo>
                <a:cubicBezTo>
                  <a:pt x="128020" y="68709"/>
                  <a:pt x="135503" y="61227"/>
                  <a:pt x="144719" y="61227"/>
                </a:cubicBezTo>
                <a:cubicBezTo>
                  <a:pt x="153935" y="61227"/>
                  <a:pt x="161417" y="68709"/>
                  <a:pt x="161417" y="77925"/>
                </a:cubicBezTo>
                <a:cubicBezTo>
                  <a:pt x="161417" y="87142"/>
                  <a:pt x="153935" y="94624"/>
                  <a:pt x="144719" y="94624"/>
                </a:cubicBezTo>
                <a:cubicBezTo>
                  <a:pt x="135503" y="94624"/>
                  <a:pt x="128020" y="87142"/>
                  <a:pt x="128020" y="77925"/>
                </a:cubicBezTo>
                <a:close/>
                <a:moveTo>
                  <a:pt x="22264" y="77925"/>
                </a:moveTo>
                <a:cubicBezTo>
                  <a:pt x="22264" y="71768"/>
                  <a:pt x="17290" y="66793"/>
                  <a:pt x="11132" y="66793"/>
                </a:cubicBezTo>
                <a:cubicBezTo>
                  <a:pt x="4975" y="66793"/>
                  <a:pt x="0" y="71768"/>
                  <a:pt x="0" y="77925"/>
                </a:cubicBezTo>
                <a:lnTo>
                  <a:pt x="0" y="111322"/>
                </a:lnTo>
                <a:cubicBezTo>
                  <a:pt x="0" y="117480"/>
                  <a:pt x="4975" y="122454"/>
                  <a:pt x="11132" y="122454"/>
                </a:cubicBezTo>
                <a:cubicBezTo>
                  <a:pt x="17290" y="122454"/>
                  <a:pt x="22264" y="117480"/>
                  <a:pt x="22264" y="111322"/>
                </a:cubicBezTo>
                <a:lnTo>
                  <a:pt x="22264" y="77925"/>
                </a:lnTo>
                <a:close/>
                <a:moveTo>
                  <a:pt x="211512" y="66793"/>
                </a:moveTo>
                <a:cubicBezTo>
                  <a:pt x="205355" y="66793"/>
                  <a:pt x="200380" y="71768"/>
                  <a:pt x="200380" y="77925"/>
                </a:cubicBezTo>
                <a:lnTo>
                  <a:pt x="200380" y="111322"/>
                </a:lnTo>
                <a:cubicBezTo>
                  <a:pt x="200380" y="117480"/>
                  <a:pt x="205355" y="122454"/>
                  <a:pt x="211512" y="122454"/>
                </a:cubicBezTo>
                <a:cubicBezTo>
                  <a:pt x="217670" y="122454"/>
                  <a:pt x="222644" y="117480"/>
                  <a:pt x="222644" y="111322"/>
                </a:cubicBezTo>
                <a:lnTo>
                  <a:pt x="222644" y="77925"/>
                </a:lnTo>
                <a:cubicBezTo>
                  <a:pt x="222644" y="71768"/>
                  <a:pt x="217670" y="66793"/>
                  <a:pt x="211512" y="66793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3" name="Text 31"/>
          <p:cNvSpPr/>
          <p:nvPr/>
        </p:nvSpPr>
        <p:spPr>
          <a:xfrm>
            <a:off x="5476604" y="1503297"/>
            <a:ext cx="6242945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3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Algorithms Evaluated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71771" y="1966284"/>
            <a:ext cx="6340909" cy="1460546"/>
          </a:xfrm>
          <a:custGeom>
            <a:avLst/>
            <a:gdLst/>
            <a:ahLst/>
            <a:cxnLst/>
            <a:rect l="l" t="t" r="r" b="b"/>
            <a:pathLst>
              <a:path w="6340909" h="1460546">
                <a:moveTo>
                  <a:pt x="35623" y="0"/>
                </a:moveTo>
                <a:lnTo>
                  <a:pt x="6234041" y="0"/>
                </a:lnTo>
                <a:cubicBezTo>
                  <a:pt x="6293062" y="0"/>
                  <a:pt x="6340909" y="47847"/>
                  <a:pt x="6340909" y="106868"/>
                </a:cubicBezTo>
                <a:lnTo>
                  <a:pt x="6340909" y="1353678"/>
                </a:lnTo>
                <a:cubicBezTo>
                  <a:pt x="6340909" y="1412700"/>
                  <a:pt x="6293062" y="1460546"/>
                  <a:pt x="6234041" y="1460546"/>
                </a:cubicBezTo>
                <a:lnTo>
                  <a:pt x="35623" y="1460546"/>
                </a:lnTo>
                <a:cubicBezTo>
                  <a:pt x="15949" y="1460546"/>
                  <a:pt x="0" y="1444597"/>
                  <a:pt x="0" y="1424923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5" name="Shape 33"/>
          <p:cNvSpPr/>
          <p:nvPr/>
        </p:nvSpPr>
        <p:spPr>
          <a:xfrm>
            <a:off x="5271771" y="1966284"/>
            <a:ext cx="35623" cy="1460546"/>
          </a:xfrm>
          <a:custGeom>
            <a:avLst/>
            <a:gdLst/>
            <a:ahLst/>
            <a:cxnLst/>
            <a:rect l="l" t="t" r="r" b="b"/>
            <a:pathLst>
              <a:path w="35623" h="1460546">
                <a:moveTo>
                  <a:pt x="35623" y="0"/>
                </a:moveTo>
                <a:lnTo>
                  <a:pt x="35623" y="0"/>
                </a:lnTo>
                <a:lnTo>
                  <a:pt x="35623" y="1460546"/>
                </a:lnTo>
                <a:lnTo>
                  <a:pt x="35623" y="1460546"/>
                </a:lnTo>
                <a:cubicBezTo>
                  <a:pt x="15949" y="1460546"/>
                  <a:pt x="0" y="1444597"/>
                  <a:pt x="0" y="1424923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6" name="Shape 34"/>
          <p:cNvSpPr/>
          <p:nvPr/>
        </p:nvSpPr>
        <p:spPr>
          <a:xfrm>
            <a:off x="5467698" y="2179909"/>
            <a:ext cx="498723" cy="498723"/>
          </a:xfrm>
          <a:custGeom>
            <a:avLst/>
            <a:gdLst/>
            <a:ahLst/>
            <a:cxnLst/>
            <a:rect l="l" t="t" r="r" b="b"/>
            <a:pathLst>
              <a:path w="498723" h="498723">
                <a:moveTo>
                  <a:pt x="106871" y="0"/>
                </a:moveTo>
                <a:lnTo>
                  <a:pt x="391852" y="0"/>
                </a:lnTo>
                <a:cubicBezTo>
                  <a:pt x="450875" y="0"/>
                  <a:pt x="498723" y="47848"/>
                  <a:pt x="498723" y="106871"/>
                </a:cubicBezTo>
                <a:lnTo>
                  <a:pt x="498723" y="391852"/>
                </a:lnTo>
                <a:cubicBezTo>
                  <a:pt x="498723" y="450875"/>
                  <a:pt x="450875" y="498723"/>
                  <a:pt x="391852" y="498723"/>
                </a:cubicBezTo>
                <a:lnTo>
                  <a:pt x="106871" y="498723"/>
                </a:lnTo>
                <a:cubicBezTo>
                  <a:pt x="47848" y="498723"/>
                  <a:pt x="0" y="450875"/>
                  <a:pt x="0" y="391852"/>
                </a:cubicBezTo>
                <a:lnTo>
                  <a:pt x="0" y="106871"/>
                </a:lnTo>
                <a:cubicBezTo>
                  <a:pt x="0" y="47887"/>
                  <a:pt x="47887" y="0"/>
                  <a:pt x="106871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610190" y="2322401"/>
            <a:ext cx="213738" cy="213738"/>
          </a:xfrm>
          <a:custGeom>
            <a:avLst/>
            <a:gdLst/>
            <a:ahLst/>
            <a:cxnLst/>
            <a:rect l="l" t="t" r="r" b="b"/>
            <a:pathLst>
              <a:path w="213738" h="213738">
                <a:moveTo>
                  <a:pt x="26717" y="26717"/>
                </a:moveTo>
                <a:cubicBezTo>
                  <a:pt x="26717" y="19328"/>
                  <a:pt x="20748" y="13359"/>
                  <a:pt x="13359" y="13359"/>
                </a:cubicBezTo>
                <a:cubicBezTo>
                  <a:pt x="5970" y="13359"/>
                  <a:pt x="0" y="19328"/>
                  <a:pt x="0" y="26717"/>
                </a:cubicBezTo>
                <a:lnTo>
                  <a:pt x="0" y="166983"/>
                </a:lnTo>
                <a:cubicBezTo>
                  <a:pt x="0" y="185435"/>
                  <a:pt x="14945" y="200380"/>
                  <a:pt x="33397" y="200380"/>
                </a:cubicBezTo>
                <a:lnTo>
                  <a:pt x="200380" y="200380"/>
                </a:lnTo>
                <a:cubicBezTo>
                  <a:pt x="207769" y="200380"/>
                  <a:pt x="213738" y="194410"/>
                  <a:pt x="213738" y="187021"/>
                </a:cubicBezTo>
                <a:cubicBezTo>
                  <a:pt x="213738" y="179632"/>
                  <a:pt x="207769" y="173663"/>
                  <a:pt x="200380" y="173663"/>
                </a:cubicBezTo>
                <a:lnTo>
                  <a:pt x="33397" y="173663"/>
                </a:lnTo>
                <a:cubicBezTo>
                  <a:pt x="29723" y="173663"/>
                  <a:pt x="26717" y="170657"/>
                  <a:pt x="26717" y="166983"/>
                </a:cubicBezTo>
                <a:lnTo>
                  <a:pt x="26717" y="26717"/>
                </a:lnTo>
                <a:close/>
                <a:moveTo>
                  <a:pt x="196456" y="62869"/>
                </a:moveTo>
                <a:cubicBezTo>
                  <a:pt x="201674" y="57651"/>
                  <a:pt x="201674" y="49177"/>
                  <a:pt x="196456" y="43958"/>
                </a:cubicBezTo>
                <a:cubicBezTo>
                  <a:pt x="191238" y="38740"/>
                  <a:pt x="182763" y="38740"/>
                  <a:pt x="177545" y="43958"/>
                </a:cubicBezTo>
                <a:lnTo>
                  <a:pt x="133587" y="87958"/>
                </a:lnTo>
                <a:lnTo>
                  <a:pt x="109624" y="64038"/>
                </a:lnTo>
                <a:cubicBezTo>
                  <a:pt x="104406" y="58820"/>
                  <a:pt x="95932" y="58820"/>
                  <a:pt x="90714" y="64038"/>
                </a:cubicBezTo>
                <a:lnTo>
                  <a:pt x="50638" y="104114"/>
                </a:lnTo>
                <a:cubicBezTo>
                  <a:pt x="45419" y="109332"/>
                  <a:pt x="45419" y="117807"/>
                  <a:pt x="50638" y="123025"/>
                </a:cubicBezTo>
                <a:cubicBezTo>
                  <a:pt x="55856" y="128243"/>
                  <a:pt x="64330" y="128243"/>
                  <a:pt x="69549" y="123025"/>
                </a:cubicBezTo>
                <a:lnTo>
                  <a:pt x="100190" y="92383"/>
                </a:lnTo>
                <a:lnTo>
                  <a:pt x="124152" y="116346"/>
                </a:lnTo>
                <a:cubicBezTo>
                  <a:pt x="129370" y="121564"/>
                  <a:pt x="137845" y="121564"/>
                  <a:pt x="143063" y="116346"/>
                </a:cubicBezTo>
                <a:lnTo>
                  <a:pt x="196497" y="62911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8" name="Text 36"/>
          <p:cNvSpPr/>
          <p:nvPr/>
        </p:nvSpPr>
        <p:spPr>
          <a:xfrm>
            <a:off x="6108913" y="2215532"/>
            <a:ext cx="1647568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2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Linear Regression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108913" y="2464894"/>
            <a:ext cx="1620850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F8FAFC">
                    <a:alpha val="6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Baseline Algorithm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0711193" y="2144399"/>
            <a:ext cx="721367" cy="569969"/>
          </a:xfrm>
          <a:custGeom>
            <a:avLst/>
            <a:gdLst/>
            <a:ahLst/>
            <a:cxnLst/>
            <a:rect l="l" t="t" r="r" b="b"/>
            <a:pathLst>
              <a:path w="721367" h="569969">
                <a:moveTo>
                  <a:pt x="71246" y="0"/>
                </a:moveTo>
                <a:lnTo>
                  <a:pt x="650121" y="0"/>
                </a:lnTo>
                <a:cubicBezTo>
                  <a:pt x="689469" y="0"/>
                  <a:pt x="721367" y="31898"/>
                  <a:pt x="721367" y="71246"/>
                </a:cubicBezTo>
                <a:lnTo>
                  <a:pt x="721367" y="498723"/>
                </a:lnTo>
                <a:cubicBezTo>
                  <a:pt x="721367" y="538045"/>
                  <a:pt x="689443" y="569969"/>
                  <a:pt x="650121" y="569969"/>
                </a:cubicBezTo>
                <a:lnTo>
                  <a:pt x="71246" y="569969"/>
                </a:lnTo>
                <a:cubicBezTo>
                  <a:pt x="31898" y="569969"/>
                  <a:pt x="0" y="538071"/>
                  <a:pt x="0" y="498723"/>
                </a:cubicBezTo>
                <a:lnTo>
                  <a:pt x="0" y="71246"/>
                </a:lnTo>
                <a:cubicBezTo>
                  <a:pt x="0" y="31924"/>
                  <a:pt x="31924" y="0"/>
                  <a:pt x="71246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10853685" y="2215645"/>
            <a:ext cx="543252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3" b="1" dirty="0">
                <a:solidFill>
                  <a:srgbClr val="3B82F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82%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853685" y="2500517"/>
            <a:ext cx="489817" cy="142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1" dirty="0">
                <a:solidFill>
                  <a:srgbClr val="F8FAFC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Accuracy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467698" y="2821016"/>
            <a:ext cx="6038112" cy="42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 yet effective for establishing baseline predictions. Assumes linear relationship between features and target score.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271771" y="3569101"/>
            <a:ext cx="6340909" cy="1460546"/>
          </a:xfrm>
          <a:custGeom>
            <a:avLst/>
            <a:gdLst/>
            <a:ahLst/>
            <a:cxnLst/>
            <a:rect l="l" t="t" r="r" b="b"/>
            <a:pathLst>
              <a:path w="6340909" h="1460546">
                <a:moveTo>
                  <a:pt x="35623" y="0"/>
                </a:moveTo>
                <a:lnTo>
                  <a:pt x="6234041" y="0"/>
                </a:lnTo>
                <a:cubicBezTo>
                  <a:pt x="6293062" y="0"/>
                  <a:pt x="6340909" y="47847"/>
                  <a:pt x="6340909" y="106868"/>
                </a:cubicBezTo>
                <a:lnTo>
                  <a:pt x="6340909" y="1353678"/>
                </a:lnTo>
                <a:cubicBezTo>
                  <a:pt x="6340909" y="1412700"/>
                  <a:pt x="6293062" y="1460546"/>
                  <a:pt x="6234041" y="1460546"/>
                </a:cubicBezTo>
                <a:lnTo>
                  <a:pt x="35623" y="1460546"/>
                </a:lnTo>
                <a:cubicBezTo>
                  <a:pt x="15949" y="1460546"/>
                  <a:pt x="0" y="1444597"/>
                  <a:pt x="0" y="1424923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45" name="Shape 43"/>
          <p:cNvSpPr/>
          <p:nvPr/>
        </p:nvSpPr>
        <p:spPr>
          <a:xfrm>
            <a:off x="5271771" y="3569101"/>
            <a:ext cx="35623" cy="1460546"/>
          </a:xfrm>
          <a:custGeom>
            <a:avLst/>
            <a:gdLst/>
            <a:ahLst/>
            <a:cxnLst/>
            <a:rect l="l" t="t" r="r" b="b"/>
            <a:pathLst>
              <a:path w="35623" h="1460546">
                <a:moveTo>
                  <a:pt x="35623" y="0"/>
                </a:moveTo>
                <a:lnTo>
                  <a:pt x="35623" y="0"/>
                </a:lnTo>
                <a:lnTo>
                  <a:pt x="35623" y="1460546"/>
                </a:lnTo>
                <a:lnTo>
                  <a:pt x="35623" y="1460546"/>
                </a:lnTo>
                <a:cubicBezTo>
                  <a:pt x="15949" y="1460546"/>
                  <a:pt x="0" y="1444597"/>
                  <a:pt x="0" y="1424923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46" name="Shape 44"/>
          <p:cNvSpPr/>
          <p:nvPr/>
        </p:nvSpPr>
        <p:spPr>
          <a:xfrm>
            <a:off x="5467698" y="3782726"/>
            <a:ext cx="498723" cy="498723"/>
          </a:xfrm>
          <a:custGeom>
            <a:avLst/>
            <a:gdLst/>
            <a:ahLst/>
            <a:cxnLst/>
            <a:rect l="l" t="t" r="r" b="b"/>
            <a:pathLst>
              <a:path w="498723" h="498723">
                <a:moveTo>
                  <a:pt x="106871" y="0"/>
                </a:moveTo>
                <a:lnTo>
                  <a:pt x="391852" y="0"/>
                </a:lnTo>
                <a:cubicBezTo>
                  <a:pt x="450875" y="0"/>
                  <a:pt x="498723" y="47848"/>
                  <a:pt x="498723" y="106871"/>
                </a:cubicBezTo>
                <a:lnTo>
                  <a:pt x="498723" y="391852"/>
                </a:lnTo>
                <a:cubicBezTo>
                  <a:pt x="498723" y="450875"/>
                  <a:pt x="450875" y="498723"/>
                  <a:pt x="391852" y="498723"/>
                </a:cubicBezTo>
                <a:lnTo>
                  <a:pt x="106871" y="498723"/>
                </a:lnTo>
                <a:cubicBezTo>
                  <a:pt x="47848" y="498723"/>
                  <a:pt x="0" y="450875"/>
                  <a:pt x="0" y="391852"/>
                </a:cubicBezTo>
                <a:lnTo>
                  <a:pt x="0" y="106871"/>
                </a:lnTo>
                <a:cubicBezTo>
                  <a:pt x="0" y="47887"/>
                  <a:pt x="47887" y="0"/>
                  <a:pt x="106871" y="0"/>
                </a:cubicBezTo>
                <a:close/>
              </a:path>
            </a:pathLst>
          </a:custGeom>
          <a:solidFill>
            <a:srgbClr val="F97316">
              <a:alpha val="2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5623549" y="3925218"/>
            <a:ext cx="187021" cy="213738"/>
          </a:xfrm>
          <a:custGeom>
            <a:avLst/>
            <a:gdLst/>
            <a:ahLst/>
            <a:cxnLst/>
            <a:rect l="l" t="t" r="r" b="b"/>
            <a:pathLst>
              <a:path w="187021" h="213738">
                <a:moveTo>
                  <a:pt x="93511" y="-13359"/>
                </a:moveTo>
                <a:cubicBezTo>
                  <a:pt x="96433" y="-13359"/>
                  <a:pt x="99230" y="-12065"/>
                  <a:pt x="101150" y="-9810"/>
                </a:cubicBezTo>
                <a:lnTo>
                  <a:pt x="157924" y="56983"/>
                </a:lnTo>
                <a:cubicBezTo>
                  <a:pt x="160471" y="59947"/>
                  <a:pt x="161014" y="64122"/>
                  <a:pt x="159385" y="67670"/>
                </a:cubicBezTo>
                <a:cubicBezTo>
                  <a:pt x="157757" y="71218"/>
                  <a:pt x="154209" y="73473"/>
                  <a:pt x="150285" y="73473"/>
                </a:cubicBezTo>
                <a:lnTo>
                  <a:pt x="139890" y="73473"/>
                </a:lnTo>
                <a:lnTo>
                  <a:pt x="171283" y="110418"/>
                </a:lnTo>
                <a:cubicBezTo>
                  <a:pt x="173830" y="113382"/>
                  <a:pt x="174372" y="117556"/>
                  <a:pt x="172744" y="121105"/>
                </a:cubicBezTo>
                <a:cubicBezTo>
                  <a:pt x="171116" y="124653"/>
                  <a:pt x="167568" y="126907"/>
                  <a:pt x="163644" y="126907"/>
                </a:cubicBezTo>
                <a:lnTo>
                  <a:pt x="147571" y="126907"/>
                </a:lnTo>
                <a:lnTo>
                  <a:pt x="184642" y="170532"/>
                </a:lnTo>
                <a:cubicBezTo>
                  <a:pt x="187188" y="173496"/>
                  <a:pt x="187731" y="177670"/>
                  <a:pt x="186103" y="181219"/>
                </a:cubicBezTo>
                <a:cubicBezTo>
                  <a:pt x="184475" y="184767"/>
                  <a:pt x="180926" y="187021"/>
                  <a:pt x="177002" y="187021"/>
                </a:cubicBezTo>
                <a:lnTo>
                  <a:pt x="106869" y="187021"/>
                </a:lnTo>
                <a:lnTo>
                  <a:pt x="106869" y="213738"/>
                </a:lnTo>
                <a:cubicBezTo>
                  <a:pt x="106869" y="221128"/>
                  <a:pt x="100900" y="227097"/>
                  <a:pt x="93511" y="227097"/>
                </a:cubicBezTo>
                <a:cubicBezTo>
                  <a:pt x="86122" y="227097"/>
                  <a:pt x="80152" y="221128"/>
                  <a:pt x="80152" y="213738"/>
                </a:cubicBezTo>
                <a:lnTo>
                  <a:pt x="80152" y="187021"/>
                </a:lnTo>
                <a:lnTo>
                  <a:pt x="10019" y="187021"/>
                </a:lnTo>
                <a:cubicBezTo>
                  <a:pt x="6095" y="187021"/>
                  <a:pt x="2546" y="184767"/>
                  <a:pt x="918" y="181219"/>
                </a:cubicBezTo>
                <a:cubicBezTo>
                  <a:pt x="-710" y="177670"/>
                  <a:pt x="-167" y="173496"/>
                  <a:pt x="2380" y="170532"/>
                </a:cubicBezTo>
                <a:lnTo>
                  <a:pt x="39450" y="126907"/>
                </a:lnTo>
                <a:lnTo>
                  <a:pt x="23378" y="126907"/>
                </a:lnTo>
                <a:cubicBezTo>
                  <a:pt x="19454" y="126907"/>
                  <a:pt x="15905" y="124653"/>
                  <a:pt x="14277" y="121105"/>
                </a:cubicBezTo>
                <a:cubicBezTo>
                  <a:pt x="12649" y="117556"/>
                  <a:pt x="13192" y="113382"/>
                  <a:pt x="15738" y="110418"/>
                </a:cubicBezTo>
                <a:lnTo>
                  <a:pt x="47131" y="73473"/>
                </a:lnTo>
                <a:lnTo>
                  <a:pt x="36736" y="73473"/>
                </a:lnTo>
                <a:cubicBezTo>
                  <a:pt x="32812" y="73473"/>
                  <a:pt x="29264" y="71218"/>
                  <a:pt x="27636" y="67670"/>
                </a:cubicBezTo>
                <a:cubicBezTo>
                  <a:pt x="26008" y="64122"/>
                  <a:pt x="26550" y="59947"/>
                  <a:pt x="29097" y="56983"/>
                </a:cubicBezTo>
                <a:lnTo>
                  <a:pt x="85871" y="-9810"/>
                </a:lnTo>
                <a:cubicBezTo>
                  <a:pt x="87791" y="-12065"/>
                  <a:pt x="90588" y="-13359"/>
                  <a:pt x="93511" y="-13359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48" name="Text 46"/>
          <p:cNvSpPr/>
          <p:nvPr/>
        </p:nvSpPr>
        <p:spPr>
          <a:xfrm>
            <a:off x="6108913" y="3818349"/>
            <a:ext cx="1398206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XGBoos</a:t>
            </a:r>
            <a:r>
              <a:rPr lang="en-US" sz="1402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108913" y="4067711"/>
            <a:ext cx="1371489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F8FAFC">
                    <a:alpha val="6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Selected Model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0711193" y="3747216"/>
            <a:ext cx="721367" cy="569969"/>
          </a:xfrm>
          <a:custGeom>
            <a:avLst/>
            <a:gdLst/>
            <a:ahLst/>
            <a:cxnLst/>
            <a:rect l="l" t="t" r="r" b="b"/>
            <a:pathLst>
              <a:path w="721367" h="569969">
                <a:moveTo>
                  <a:pt x="71246" y="0"/>
                </a:moveTo>
                <a:lnTo>
                  <a:pt x="650121" y="0"/>
                </a:lnTo>
                <a:cubicBezTo>
                  <a:pt x="689469" y="0"/>
                  <a:pt x="721367" y="31898"/>
                  <a:pt x="721367" y="71246"/>
                </a:cubicBezTo>
                <a:lnTo>
                  <a:pt x="721367" y="498723"/>
                </a:lnTo>
                <a:cubicBezTo>
                  <a:pt x="721367" y="538045"/>
                  <a:pt x="689443" y="569969"/>
                  <a:pt x="650121" y="569969"/>
                </a:cubicBezTo>
                <a:lnTo>
                  <a:pt x="71246" y="569969"/>
                </a:lnTo>
                <a:cubicBezTo>
                  <a:pt x="31898" y="569969"/>
                  <a:pt x="0" y="538071"/>
                  <a:pt x="0" y="498723"/>
                </a:cubicBezTo>
                <a:lnTo>
                  <a:pt x="0" y="71246"/>
                </a:lnTo>
                <a:cubicBezTo>
                  <a:pt x="0" y="31924"/>
                  <a:pt x="31924" y="0"/>
                  <a:pt x="71246" y="0"/>
                </a:cubicBezTo>
                <a:close/>
              </a:path>
            </a:pathLst>
          </a:custGeom>
          <a:solidFill>
            <a:srgbClr val="F97316">
              <a:alpha val="20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10853685" y="3818462"/>
            <a:ext cx="543252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3" b="1" dirty="0">
                <a:solidFill>
                  <a:srgbClr val="F9731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90%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0853685" y="4103334"/>
            <a:ext cx="489817" cy="142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1" dirty="0">
                <a:solidFill>
                  <a:srgbClr val="F8FAFC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Accuracy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467698" y="4423833"/>
            <a:ext cx="6038112" cy="42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AF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XGBoost  is an advanced ensemble machine learning algorithm that combines multiple decision trees to improve prediction accuracy</a:t>
            </a: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..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5271771" y="5171918"/>
            <a:ext cx="6340909" cy="1460546"/>
          </a:xfrm>
          <a:custGeom>
            <a:avLst/>
            <a:gdLst/>
            <a:ahLst/>
            <a:cxnLst/>
            <a:rect l="l" t="t" r="r" b="b"/>
            <a:pathLst>
              <a:path w="6340909" h="1460546">
                <a:moveTo>
                  <a:pt x="35623" y="0"/>
                </a:moveTo>
                <a:lnTo>
                  <a:pt x="6234041" y="0"/>
                </a:lnTo>
                <a:cubicBezTo>
                  <a:pt x="6293062" y="0"/>
                  <a:pt x="6340909" y="47847"/>
                  <a:pt x="6340909" y="106868"/>
                </a:cubicBezTo>
                <a:lnTo>
                  <a:pt x="6340909" y="1353678"/>
                </a:lnTo>
                <a:cubicBezTo>
                  <a:pt x="6340909" y="1412700"/>
                  <a:pt x="6293062" y="1460546"/>
                  <a:pt x="6234041" y="1460546"/>
                </a:cubicBezTo>
                <a:lnTo>
                  <a:pt x="35623" y="1460546"/>
                </a:lnTo>
                <a:cubicBezTo>
                  <a:pt x="15949" y="1460546"/>
                  <a:pt x="0" y="1444597"/>
                  <a:pt x="0" y="1424923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55" name="Shape 53"/>
          <p:cNvSpPr/>
          <p:nvPr/>
        </p:nvSpPr>
        <p:spPr>
          <a:xfrm>
            <a:off x="5271771" y="5171918"/>
            <a:ext cx="35623" cy="1460546"/>
          </a:xfrm>
          <a:custGeom>
            <a:avLst/>
            <a:gdLst/>
            <a:ahLst/>
            <a:cxnLst/>
            <a:rect l="l" t="t" r="r" b="b"/>
            <a:pathLst>
              <a:path w="35623" h="1460546">
                <a:moveTo>
                  <a:pt x="35623" y="0"/>
                </a:moveTo>
                <a:lnTo>
                  <a:pt x="35623" y="0"/>
                </a:lnTo>
                <a:lnTo>
                  <a:pt x="35623" y="1460546"/>
                </a:lnTo>
                <a:lnTo>
                  <a:pt x="35623" y="1460546"/>
                </a:lnTo>
                <a:cubicBezTo>
                  <a:pt x="15949" y="1460546"/>
                  <a:pt x="0" y="1444597"/>
                  <a:pt x="0" y="1424923"/>
                </a:cubicBezTo>
                <a:lnTo>
                  <a:pt x="0" y="35623"/>
                </a:lnTo>
                <a:cubicBezTo>
                  <a:pt x="0" y="15962"/>
                  <a:pt x="15962" y="0"/>
                  <a:pt x="35623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6" name="Shape 54"/>
          <p:cNvSpPr/>
          <p:nvPr/>
        </p:nvSpPr>
        <p:spPr>
          <a:xfrm>
            <a:off x="5467698" y="5385543"/>
            <a:ext cx="498723" cy="498723"/>
          </a:xfrm>
          <a:custGeom>
            <a:avLst/>
            <a:gdLst/>
            <a:ahLst/>
            <a:cxnLst/>
            <a:rect l="l" t="t" r="r" b="b"/>
            <a:pathLst>
              <a:path w="498723" h="498723">
                <a:moveTo>
                  <a:pt x="106871" y="0"/>
                </a:moveTo>
                <a:lnTo>
                  <a:pt x="391852" y="0"/>
                </a:lnTo>
                <a:cubicBezTo>
                  <a:pt x="450875" y="0"/>
                  <a:pt x="498723" y="47848"/>
                  <a:pt x="498723" y="106871"/>
                </a:cubicBezTo>
                <a:lnTo>
                  <a:pt x="498723" y="391852"/>
                </a:lnTo>
                <a:cubicBezTo>
                  <a:pt x="498723" y="450875"/>
                  <a:pt x="450875" y="498723"/>
                  <a:pt x="391852" y="498723"/>
                </a:cubicBezTo>
                <a:lnTo>
                  <a:pt x="106871" y="498723"/>
                </a:lnTo>
                <a:cubicBezTo>
                  <a:pt x="47848" y="498723"/>
                  <a:pt x="0" y="450875"/>
                  <a:pt x="0" y="391852"/>
                </a:cubicBezTo>
                <a:lnTo>
                  <a:pt x="0" y="106871"/>
                </a:lnTo>
                <a:cubicBezTo>
                  <a:pt x="0" y="47887"/>
                  <a:pt x="47887" y="0"/>
                  <a:pt x="106871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5610190" y="5528035"/>
            <a:ext cx="213738" cy="213738"/>
          </a:xfrm>
          <a:custGeom>
            <a:avLst/>
            <a:gdLst/>
            <a:ahLst/>
            <a:cxnLst/>
            <a:rect l="l" t="t" r="r" b="b"/>
            <a:pathLst>
              <a:path w="213738" h="213738">
                <a:moveTo>
                  <a:pt x="0" y="33397"/>
                </a:moveTo>
                <a:cubicBezTo>
                  <a:pt x="0" y="22334"/>
                  <a:pt x="8975" y="13359"/>
                  <a:pt x="20038" y="13359"/>
                </a:cubicBezTo>
                <a:lnTo>
                  <a:pt x="60114" y="13359"/>
                </a:lnTo>
                <a:cubicBezTo>
                  <a:pt x="71177" y="13359"/>
                  <a:pt x="80152" y="22334"/>
                  <a:pt x="80152" y="33397"/>
                </a:cubicBezTo>
                <a:lnTo>
                  <a:pt x="80152" y="40076"/>
                </a:lnTo>
                <a:lnTo>
                  <a:pt x="133587" y="40076"/>
                </a:lnTo>
                <a:lnTo>
                  <a:pt x="133587" y="33397"/>
                </a:lnTo>
                <a:cubicBezTo>
                  <a:pt x="133587" y="22334"/>
                  <a:pt x="142562" y="13359"/>
                  <a:pt x="153625" y="13359"/>
                </a:cubicBezTo>
                <a:lnTo>
                  <a:pt x="193701" y="13359"/>
                </a:lnTo>
                <a:cubicBezTo>
                  <a:pt x="204763" y="13359"/>
                  <a:pt x="213738" y="22334"/>
                  <a:pt x="213738" y="33397"/>
                </a:cubicBezTo>
                <a:lnTo>
                  <a:pt x="213738" y="73473"/>
                </a:lnTo>
                <a:cubicBezTo>
                  <a:pt x="213738" y="84535"/>
                  <a:pt x="204763" y="93511"/>
                  <a:pt x="193701" y="93511"/>
                </a:cubicBezTo>
                <a:lnTo>
                  <a:pt x="153625" y="93511"/>
                </a:lnTo>
                <a:cubicBezTo>
                  <a:pt x="142562" y="93511"/>
                  <a:pt x="133587" y="84535"/>
                  <a:pt x="133587" y="73473"/>
                </a:cubicBezTo>
                <a:lnTo>
                  <a:pt x="133587" y="66793"/>
                </a:lnTo>
                <a:lnTo>
                  <a:pt x="80152" y="66793"/>
                </a:lnTo>
                <a:lnTo>
                  <a:pt x="80152" y="73473"/>
                </a:lnTo>
                <a:cubicBezTo>
                  <a:pt x="80152" y="76520"/>
                  <a:pt x="79442" y="79442"/>
                  <a:pt x="78232" y="82030"/>
                </a:cubicBezTo>
                <a:lnTo>
                  <a:pt x="106869" y="120228"/>
                </a:lnTo>
                <a:lnTo>
                  <a:pt x="140266" y="120228"/>
                </a:lnTo>
                <a:cubicBezTo>
                  <a:pt x="151329" y="120228"/>
                  <a:pt x="160304" y="129203"/>
                  <a:pt x="160304" y="140266"/>
                </a:cubicBezTo>
                <a:lnTo>
                  <a:pt x="160304" y="180342"/>
                </a:lnTo>
                <a:cubicBezTo>
                  <a:pt x="160304" y="191404"/>
                  <a:pt x="151329" y="200380"/>
                  <a:pt x="140266" y="200380"/>
                </a:cubicBezTo>
                <a:lnTo>
                  <a:pt x="100190" y="200380"/>
                </a:lnTo>
                <a:cubicBezTo>
                  <a:pt x="89127" y="200380"/>
                  <a:pt x="80152" y="191404"/>
                  <a:pt x="80152" y="180342"/>
                </a:cubicBezTo>
                <a:lnTo>
                  <a:pt x="80152" y="140266"/>
                </a:lnTo>
                <a:cubicBezTo>
                  <a:pt x="80152" y="137218"/>
                  <a:pt x="80862" y="134296"/>
                  <a:pt x="82072" y="131708"/>
                </a:cubicBezTo>
                <a:lnTo>
                  <a:pt x="53435" y="93511"/>
                </a:lnTo>
                <a:lnTo>
                  <a:pt x="20038" y="93511"/>
                </a:lnTo>
                <a:cubicBezTo>
                  <a:pt x="8975" y="93511"/>
                  <a:pt x="0" y="84535"/>
                  <a:pt x="0" y="73473"/>
                </a:cubicBezTo>
                <a:lnTo>
                  <a:pt x="0" y="33397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8" name="Text 56"/>
          <p:cNvSpPr/>
          <p:nvPr/>
        </p:nvSpPr>
        <p:spPr>
          <a:xfrm>
            <a:off x="6108913" y="5421166"/>
            <a:ext cx="1255714" cy="249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2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Decision Tree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108913" y="5670528"/>
            <a:ext cx="1228996" cy="1781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82" dirty="0">
                <a:solidFill>
                  <a:srgbClr val="F8FAFC">
                    <a:alpha val="6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Alternative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10711193" y="5350033"/>
            <a:ext cx="721367" cy="569969"/>
          </a:xfrm>
          <a:custGeom>
            <a:avLst/>
            <a:gdLst/>
            <a:ahLst/>
            <a:cxnLst/>
            <a:rect l="l" t="t" r="r" b="b"/>
            <a:pathLst>
              <a:path w="721367" h="569969">
                <a:moveTo>
                  <a:pt x="71246" y="0"/>
                </a:moveTo>
                <a:lnTo>
                  <a:pt x="650121" y="0"/>
                </a:lnTo>
                <a:cubicBezTo>
                  <a:pt x="689469" y="0"/>
                  <a:pt x="721367" y="31898"/>
                  <a:pt x="721367" y="71246"/>
                </a:cubicBezTo>
                <a:lnTo>
                  <a:pt x="721367" y="498723"/>
                </a:lnTo>
                <a:cubicBezTo>
                  <a:pt x="721367" y="538045"/>
                  <a:pt x="689443" y="569969"/>
                  <a:pt x="650121" y="569969"/>
                </a:cubicBezTo>
                <a:lnTo>
                  <a:pt x="71246" y="569969"/>
                </a:lnTo>
                <a:cubicBezTo>
                  <a:pt x="31898" y="569969"/>
                  <a:pt x="0" y="538071"/>
                  <a:pt x="0" y="498723"/>
                </a:cubicBezTo>
                <a:lnTo>
                  <a:pt x="0" y="71246"/>
                </a:lnTo>
                <a:cubicBezTo>
                  <a:pt x="0" y="31924"/>
                  <a:pt x="31924" y="0"/>
                  <a:pt x="71246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10853685" y="5421279"/>
            <a:ext cx="543252" cy="2849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3" b="1" dirty="0">
                <a:solidFill>
                  <a:srgbClr val="3B82F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85%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0853685" y="5706151"/>
            <a:ext cx="489817" cy="142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41" dirty="0">
                <a:solidFill>
                  <a:srgbClr val="F8FAFC">
                    <a:alpha val="7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Accuracy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5467698" y="6026645"/>
            <a:ext cx="6038112" cy="4274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2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Tree-based model making decisions based on feature splits. Easy to interpret but prone to overfitting.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00" y="416000"/>
            <a:ext cx="64000" cy="384000"/>
          </a:xfrm>
          <a:custGeom>
            <a:avLst/>
            <a:gdLst/>
            <a:ahLst/>
            <a:cxnLst/>
            <a:rect l="l" t="t" r="r" b="b"/>
            <a:pathLst>
              <a:path w="64000" h="384000">
                <a:moveTo>
                  <a:pt x="32000" y="0"/>
                </a:moveTo>
                <a:lnTo>
                  <a:pt x="32000" y="0"/>
                </a:lnTo>
                <a:cubicBezTo>
                  <a:pt x="49661" y="0"/>
                  <a:pt x="64000" y="14339"/>
                  <a:pt x="64000" y="32000"/>
                </a:cubicBezTo>
                <a:lnTo>
                  <a:pt x="64000" y="352000"/>
                </a:lnTo>
                <a:cubicBezTo>
                  <a:pt x="64000" y="369673"/>
                  <a:pt x="49673" y="384000"/>
                  <a:pt x="32000" y="384000"/>
                </a:cubicBezTo>
                <a:lnTo>
                  <a:pt x="32000" y="384000"/>
                </a:lnTo>
                <a:cubicBezTo>
                  <a:pt x="14327" y="384000"/>
                  <a:pt x="0" y="369673"/>
                  <a:pt x="0" y="352000"/>
                </a:cubicBezTo>
                <a:lnTo>
                  <a:pt x="0" y="32000"/>
                </a:lnTo>
                <a:cubicBezTo>
                  <a:pt x="0" y="14339"/>
                  <a:pt x="14339" y="0"/>
                  <a:pt x="32000" y="0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80000" y="320000"/>
            <a:ext cx="4392000" cy="19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8" b="1" kern="0" spc="50" dirty="0">
                <a:solidFill>
                  <a:srgbClr val="F9731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10 / Training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80000" y="512000"/>
            <a:ext cx="4520000" cy="38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24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 Training Process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36000" y="1152000"/>
            <a:ext cx="5664000" cy="1024000"/>
          </a:xfrm>
          <a:custGeom>
            <a:avLst/>
            <a:gdLst/>
            <a:ahLst/>
            <a:cxnLst/>
            <a:rect l="l" t="t" r="r" b="b"/>
            <a:pathLst>
              <a:path w="5664000" h="1024000">
                <a:moveTo>
                  <a:pt x="32000" y="0"/>
                </a:moveTo>
                <a:lnTo>
                  <a:pt x="5536000" y="0"/>
                </a:lnTo>
                <a:cubicBezTo>
                  <a:pt x="5606692" y="0"/>
                  <a:pt x="5664000" y="57308"/>
                  <a:pt x="5664000" y="128000"/>
                </a:cubicBezTo>
                <a:lnTo>
                  <a:pt x="5664000" y="896000"/>
                </a:lnTo>
                <a:cubicBezTo>
                  <a:pt x="5664000" y="966692"/>
                  <a:pt x="5606692" y="1024000"/>
                  <a:pt x="5536000" y="1024000"/>
                </a:cubicBezTo>
                <a:lnTo>
                  <a:pt x="32000" y="1024000"/>
                </a:lnTo>
                <a:cubicBezTo>
                  <a:pt x="14327" y="1024000"/>
                  <a:pt x="0" y="1009673"/>
                  <a:pt x="0" y="992000"/>
                </a:cubicBezTo>
                <a:lnTo>
                  <a:pt x="0" y="32000"/>
                </a:lnTo>
                <a:cubicBezTo>
                  <a:pt x="0" y="14339"/>
                  <a:pt x="14339" y="0"/>
                  <a:pt x="32000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336000" y="1152000"/>
            <a:ext cx="32000" cy="1024000"/>
          </a:xfrm>
          <a:custGeom>
            <a:avLst/>
            <a:gdLst/>
            <a:ahLst/>
            <a:cxnLst/>
            <a:rect l="l" t="t" r="r" b="b"/>
            <a:pathLst>
              <a:path w="32000" h="1024000">
                <a:moveTo>
                  <a:pt x="32000" y="0"/>
                </a:moveTo>
                <a:lnTo>
                  <a:pt x="32000" y="0"/>
                </a:lnTo>
                <a:lnTo>
                  <a:pt x="32000" y="1024000"/>
                </a:lnTo>
                <a:lnTo>
                  <a:pt x="32000" y="1024000"/>
                </a:lnTo>
                <a:cubicBezTo>
                  <a:pt x="14327" y="1024000"/>
                  <a:pt x="0" y="1009673"/>
                  <a:pt x="0" y="992000"/>
                </a:cubicBezTo>
                <a:lnTo>
                  <a:pt x="0" y="32000"/>
                </a:lnTo>
                <a:cubicBezTo>
                  <a:pt x="0" y="14339"/>
                  <a:pt x="14339" y="0"/>
                  <a:pt x="320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512000" y="1312000"/>
            <a:ext cx="448000" cy="448000"/>
          </a:xfrm>
          <a:custGeom>
            <a:avLst/>
            <a:gdLst/>
            <a:ahLst/>
            <a:cxnLst/>
            <a:rect l="l" t="t" r="r" b="b"/>
            <a:pathLst>
              <a:path w="448000" h="448000">
                <a:moveTo>
                  <a:pt x="96002" y="0"/>
                </a:moveTo>
                <a:lnTo>
                  <a:pt x="351998" y="0"/>
                </a:lnTo>
                <a:cubicBezTo>
                  <a:pt x="404983" y="0"/>
                  <a:pt x="448000" y="43017"/>
                  <a:pt x="448000" y="96002"/>
                </a:cubicBezTo>
                <a:lnTo>
                  <a:pt x="448000" y="351998"/>
                </a:lnTo>
                <a:cubicBezTo>
                  <a:pt x="448000" y="404983"/>
                  <a:pt x="404983" y="448000"/>
                  <a:pt x="351998" y="448000"/>
                </a:cubicBezTo>
                <a:lnTo>
                  <a:pt x="96002" y="448000"/>
                </a:lnTo>
                <a:cubicBezTo>
                  <a:pt x="43017" y="448000"/>
                  <a:pt x="0" y="404983"/>
                  <a:pt x="0" y="351998"/>
                </a:cubicBezTo>
                <a:lnTo>
                  <a:pt x="0" y="96002"/>
                </a:lnTo>
                <a:cubicBezTo>
                  <a:pt x="0" y="43017"/>
                  <a:pt x="43017" y="0"/>
                  <a:pt x="96002" y="0"/>
                </a:cubicBezTo>
                <a:close/>
              </a:path>
            </a:pathLst>
          </a:custGeom>
          <a:solidFill>
            <a:srgbClr val="3B82F6"/>
          </a:soli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9200" y="1408000"/>
            <a:ext cx="312000" cy="2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12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88000" y="1312000"/>
            <a:ext cx="4832000" cy="2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0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Split Dataset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88000" y="1600000"/>
            <a:ext cx="4816000" cy="4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8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 divided into training (80%) and testing (20%) sets using stratified sampling to maintain data distribution.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6000" y="2304000"/>
            <a:ext cx="5664000" cy="1024000"/>
          </a:xfrm>
          <a:custGeom>
            <a:avLst/>
            <a:gdLst/>
            <a:ahLst/>
            <a:cxnLst/>
            <a:rect l="l" t="t" r="r" b="b"/>
            <a:pathLst>
              <a:path w="5664000" h="1024000">
                <a:moveTo>
                  <a:pt x="32000" y="0"/>
                </a:moveTo>
                <a:lnTo>
                  <a:pt x="5536000" y="0"/>
                </a:lnTo>
                <a:cubicBezTo>
                  <a:pt x="5606692" y="0"/>
                  <a:pt x="5664000" y="57308"/>
                  <a:pt x="5664000" y="128000"/>
                </a:cubicBezTo>
                <a:lnTo>
                  <a:pt x="5664000" y="896000"/>
                </a:lnTo>
                <a:cubicBezTo>
                  <a:pt x="5664000" y="966692"/>
                  <a:pt x="5606692" y="1024000"/>
                  <a:pt x="5536000" y="1024000"/>
                </a:cubicBezTo>
                <a:lnTo>
                  <a:pt x="32000" y="1024000"/>
                </a:lnTo>
                <a:cubicBezTo>
                  <a:pt x="14327" y="1024000"/>
                  <a:pt x="0" y="1009673"/>
                  <a:pt x="0" y="992000"/>
                </a:cubicBezTo>
                <a:lnTo>
                  <a:pt x="0" y="32000"/>
                </a:lnTo>
                <a:cubicBezTo>
                  <a:pt x="0" y="14339"/>
                  <a:pt x="14339" y="0"/>
                  <a:pt x="32000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336000" y="2304000"/>
            <a:ext cx="32000" cy="1024000"/>
          </a:xfrm>
          <a:custGeom>
            <a:avLst/>
            <a:gdLst/>
            <a:ahLst/>
            <a:cxnLst/>
            <a:rect l="l" t="t" r="r" b="b"/>
            <a:pathLst>
              <a:path w="32000" h="1024000">
                <a:moveTo>
                  <a:pt x="32000" y="0"/>
                </a:moveTo>
                <a:lnTo>
                  <a:pt x="32000" y="0"/>
                </a:lnTo>
                <a:lnTo>
                  <a:pt x="32000" y="1024000"/>
                </a:lnTo>
                <a:lnTo>
                  <a:pt x="32000" y="1024000"/>
                </a:lnTo>
                <a:cubicBezTo>
                  <a:pt x="14327" y="1024000"/>
                  <a:pt x="0" y="1009673"/>
                  <a:pt x="0" y="992000"/>
                </a:cubicBezTo>
                <a:lnTo>
                  <a:pt x="0" y="32000"/>
                </a:lnTo>
                <a:cubicBezTo>
                  <a:pt x="0" y="14339"/>
                  <a:pt x="14339" y="0"/>
                  <a:pt x="32000" y="0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13" name="Shape 11"/>
          <p:cNvSpPr/>
          <p:nvPr/>
        </p:nvSpPr>
        <p:spPr>
          <a:xfrm>
            <a:off x="512000" y="2464000"/>
            <a:ext cx="448000" cy="448000"/>
          </a:xfrm>
          <a:custGeom>
            <a:avLst/>
            <a:gdLst/>
            <a:ahLst/>
            <a:cxnLst/>
            <a:rect l="l" t="t" r="r" b="b"/>
            <a:pathLst>
              <a:path w="448000" h="448000">
                <a:moveTo>
                  <a:pt x="96002" y="0"/>
                </a:moveTo>
                <a:lnTo>
                  <a:pt x="351998" y="0"/>
                </a:lnTo>
                <a:cubicBezTo>
                  <a:pt x="404983" y="0"/>
                  <a:pt x="448000" y="43017"/>
                  <a:pt x="448000" y="96002"/>
                </a:cubicBezTo>
                <a:lnTo>
                  <a:pt x="448000" y="351998"/>
                </a:lnTo>
                <a:cubicBezTo>
                  <a:pt x="448000" y="404983"/>
                  <a:pt x="404983" y="448000"/>
                  <a:pt x="351998" y="448000"/>
                </a:cubicBezTo>
                <a:lnTo>
                  <a:pt x="96002" y="448000"/>
                </a:lnTo>
                <a:cubicBezTo>
                  <a:pt x="43017" y="448000"/>
                  <a:pt x="0" y="404983"/>
                  <a:pt x="0" y="351998"/>
                </a:cubicBezTo>
                <a:lnTo>
                  <a:pt x="0" y="96002"/>
                </a:lnTo>
                <a:cubicBezTo>
                  <a:pt x="0" y="43017"/>
                  <a:pt x="43017" y="0"/>
                  <a:pt x="96002" y="0"/>
                </a:cubicBezTo>
                <a:close/>
              </a:path>
            </a:pathLst>
          </a:custGeom>
          <a:solidFill>
            <a:srgbClr val="F97316"/>
          </a:soli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9200" y="2560000"/>
            <a:ext cx="312000" cy="2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12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88000" y="2464000"/>
            <a:ext cx="4832000" cy="2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0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Train Model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88000" y="2752000"/>
            <a:ext cx="4816000" cy="4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8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XGBoost trained on selected features with hyperparameter tuning for optimal performance.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36000" y="3456000"/>
            <a:ext cx="5664000" cy="1024000"/>
          </a:xfrm>
          <a:custGeom>
            <a:avLst/>
            <a:gdLst/>
            <a:ahLst/>
            <a:cxnLst/>
            <a:rect l="l" t="t" r="r" b="b"/>
            <a:pathLst>
              <a:path w="5664000" h="1024000">
                <a:moveTo>
                  <a:pt x="32000" y="0"/>
                </a:moveTo>
                <a:lnTo>
                  <a:pt x="5536000" y="0"/>
                </a:lnTo>
                <a:cubicBezTo>
                  <a:pt x="5606692" y="0"/>
                  <a:pt x="5664000" y="57308"/>
                  <a:pt x="5664000" y="128000"/>
                </a:cubicBezTo>
                <a:lnTo>
                  <a:pt x="5664000" y="896000"/>
                </a:lnTo>
                <a:cubicBezTo>
                  <a:pt x="5664000" y="966692"/>
                  <a:pt x="5606692" y="1024000"/>
                  <a:pt x="5536000" y="1024000"/>
                </a:cubicBezTo>
                <a:lnTo>
                  <a:pt x="32000" y="1024000"/>
                </a:lnTo>
                <a:cubicBezTo>
                  <a:pt x="14327" y="1024000"/>
                  <a:pt x="0" y="1009673"/>
                  <a:pt x="0" y="992000"/>
                </a:cubicBezTo>
                <a:lnTo>
                  <a:pt x="0" y="32000"/>
                </a:lnTo>
                <a:cubicBezTo>
                  <a:pt x="0" y="14339"/>
                  <a:pt x="14339" y="0"/>
                  <a:pt x="32000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336000" y="3456000"/>
            <a:ext cx="32000" cy="1024000"/>
          </a:xfrm>
          <a:custGeom>
            <a:avLst/>
            <a:gdLst/>
            <a:ahLst/>
            <a:cxnLst/>
            <a:rect l="l" t="t" r="r" b="b"/>
            <a:pathLst>
              <a:path w="32000" h="1024000">
                <a:moveTo>
                  <a:pt x="32000" y="0"/>
                </a:moveTo>
                <a:lnTo>
                  <a:pt x="32000" y="0"/>
                </a:lnTo>
                <a:lnTo>
                  <a:pt x="32000" y="1024000"/>
                </a:lnTo>
                <a:lnTo>
                  <a:pt x="32000" y="1024000"/>
                </a:lnTo>
                <a:cubicBezTo>
                  <a:pt x="14327" y="1024000"/>
                  <a:pt x="0" y="1009673"/>
                  <a:pt x="0" y="992000"/>
                </a:cubicBezTo>
                <a:lnTo>
                  <a:pt x="0" y="32000"/>
                </a:lnTo>
                <a:cubicBezTo>
                  <a:pt x="0" y="14339"/>
                  <a:pt x="14339" y="0"/>
                  <a:pt x="320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9" name="Shape 17"/>
          <p:cNvSpPr/>
          <p:nvPr/>
        </p:nvSpPr>
        <p:spPr>
          <a:xfrm>
            <a:off x="512000" y="3616000"/>
            <a:ext cx="448000" cy="448000"/>
          </a:xfrm>
          <a:custGeom>
            <a:avLst/>
            <a:gdLst/>
            <a:ahLst/>
            <a:cxnLst/>
            <a:rect l="l" t="t" r="r" b="b"/>
            <a:pathLst>
              <a:path w="448000" h="448000">
                <a:moveTo>
                  <a:pt x="96002" y="0"/>
                </a:moveTo>
                <a:lnTo>
                  <a:pt x="351998" y="0"/>
                </a:lnTo>
                <a:cubicBezTo>
                  <a:pt x="404983" y="0"/>
                  <a:pt x="448000" y="43017"/>
                  <a:pt x="448000" y="96002"/>
                </a:cubicBezTo>
                <a:lnTo>
                  <a:pt x="448000" y="351998"/>
                </a:lnTo>
                <a:cubicBezTo>
                  <a:pt x="448000" y="404983"/>
                  <a:pt x="404983" y="448000"/>
                  <a:pt x="351998" y="448000"/>
                </a:cubicBezTo>
                <a:lnTo>
                  <a:pt x="96002" y="448000"/>
                </a:lnTo>
                <a:cubicBezTo>
                  <a:pt x="43017" y="448000"/>
                  <a:pt x="0" y="404983"/>
                  <a:pt x="0" y="351998"/>
                </a:cubicBezTo>
                <a:lnTo>
                  <a:pt x="0" y="96002"/>
                </a:lnTo>
                <a:cubicBezTo>
                  <a:pt x="0" y="43017"/>
                  <a:pt x="43017" y="0"/>
                  <a:pt x="96002" y="0"/>
                </a:cubicBezTo>
                <a:close/>
              </a:path>
            </a:pathLst>
          </a:custGeom>
          <a:solidFill>
            <a:srgbClr val="3B82F6"/>
          </a:soli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9200" y="3712000"/>
            <a:ext cx="312000" cy="2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12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88000" y="3616000"/>
            <a:ext cx="4832000" cy="2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0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Evaluate Performance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88000" y="3904000"/>
            <a:ext cx="4816000" cy="4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8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evaluated using multiple metrics including RMSE, MAE, and R² score to assess prediction accuracy.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36000" y="4608000"/>
            <a:ext cx="5664000" cy="1024000"/>
          </a:xfrm>
          <a:custGeom>
            <a:avLst/>
            <a:gdLst/>
            <a:ahLst/>
            <a:cxnLst/>
            <a:rect l="l" t="t" r="r" b="b"/>
            <a:pathLst>
              <a:path w="5664000" h="1024000">
                <a:moveTo>
                  <a:pt x="32000" y="0"/>
                </a:moveTo>
                <a:lnTo>
                  <a:pt x="5536000" y="0"/>
                </a:lnTo>
                <a:cubicBezTo>
                  <a:pt x="5606692" y="0"/>
                  <a:pt x="5664000" y="57308"/>
                  <a:pt x="5664000" y="128000"/>
                </a:cubicBezTo>
                <a:lnTo>
                  <a:pt x="5664000" y="896000"/>
                </a:lnTo>
                <a:cubicBezTo>
                  <a:pt x="5664000" y="966692"/>
                  <a:pt x="5606692" y="1024000"/>
                  <a:pt x="5536000" y="1024000"/>
                </a:cubicBezTo>
                <a:lnTo>
                  <a:pt x="32000" y="1024000"/>
                </a:lnTo>
                <a:cubicBezTo>
                  <a:pt x="14327" y="1024000"/>
                  <a:pt x="0" y="1009673"/>
                  <a:pt x="0" y="992000"/>
                </a:cubicBezTo>
                <a:lnTo>
                  <a:pt x="0" y="32000"/>
                </a:lnTo>
                <a:cubicBezTo>
                  <a:pt x="0" y="14339"/>
                  <a:pt x="14339" y="0"/>
                  <a:pt x="32000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24" name="Shape 22"/>
          <p:cNvSpPr/>
          <p:nvPr/>
        </p:nvSpPr>
        <p:spPr>
          <a:xfrm>
            <a:off x="336000" y="4608000"/>
            <a:ext cx="32000" cy="1024000"/>
          </a:xfrm>
          <a:custGeom>
            <a:avLst/>
            <a:gdLst/>
            <a:ahLst/>
            <a:cxnLst/>
            <a:rect l="l" t="t" r="r" b="b"/>
            <a:pathLst>
              <a:path w="32000" h="1024000">
                <a:moveTo>
                  <a:pt x="32000" y="0"/>
                </a:moveTo>
                <a:lnTo>
                  <a:pt x="32000" y="0"/>
                </a:lnTo>
                <a:lnTo>
                  <a:pt x="32000" y="1024000"/>
                </a:lnTo>
                <a:lnTo>
                  <a:pt x="32000" y="1024000"/>
                </a:lnTo>
                <a:cubicBezTo>
                  <a:pt x="14327" y="1024000"/>
                  <a:pt x="0" y="1009673"/>
                  <a:pt x="0" y="992000"/>
                </a:cubicBezTo>
                <a:lnTo>
                  <a:pt x="0" y="32000"/>
                </a:lnTo>
                <a:cubicBezTo>
                  <a:pt x="0" y="14339"/>
                  <a:pt x="14339" y="0"/>
                  <a:pt x="32000" y="0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25" name="Shape 23"/>
          <p:cNvSpPr/>
          <p:nvPr/>
        </p:nvSpPr>
        <p:spPr>
          <a:xfrm>
            <a:off x="512000" y="4768000"/>
            <a:ext cx="448000" cy="448000"/>
          </a:xfrm>
          <a:custGeom>
            <a:avLst/>
            <a:gdLst/>
            <a:ahLst/>
            <a:cxnLst/>
            <a:rect l="l" t="t" r="r" b="b"/>
            <a:pathLst>
              <a:path w="448000" h="448000">
                <a:moveTo>
                  <a:pt x="96002" y="0"/>
                </a:moveTo>
                <a:lnTo>
                  <a:pt x="351998" y="0"/>
                </a:lnTo>
                <a:cubicBezTo>
                  <a:pt x="404983" y="0"/>
                  <a:pt x="448000" y="43017"/>
                  <a:pt x="448000" y="96002"/>
                </a:cubicBezTo>
                <a:lnTo>
                  <a:pt x="448000" y="351998"/>
                </a:lnTo>
                <a:cubicBezTo>
                  <a:pt x="448000" y="404983"/>
                  <a:pt x="404983" y="448000"/>
                  <a:pt x="351998" y="448000"/>
                </a:cubicBezTo>
                <a:lnTo>
                  <a:pt x="96002" y="448000"/>
                </a:lnTo>
                <a:cubicBezTo>
                  <a:pt x="43017" y="448000"/>
                  <a:pt x="0" y="404983"/>
                  <a:pt x="0" y="351998"/>
                </a:cubicBezTo>
                <a:lnTo>
                  <a:pt x="0" y="96002"/>
                </a:lnTo>
                <a:cubicBezTo>
                  <a:pt x="0" y="43017"/>
                  <a:pt x="43017" y="0"/>
                  <a:pt x="96002" y="0"/>
                </a:cubicBezTo>
                <a:close/>
              </a:path>
            </a:pathLst>
          </a:custGeom>
          <a:solidFill>
            <a:srgbClr val="F97316"/>
          </a:soli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9200" y="4864000"/>
            <a:ext cx="312000" cy="25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12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88000" y="4768000"/>
            <a:ext cx="4832000" cy="2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0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Optimize Accuracy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88000" y="5056000"/>
            <a:ext cx="4816000" cy="4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8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Iterative optimization using cross-validation, feature selection, and hyperparameter refinement.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96600" y="1158400"/>
            <a:ext cx="5668800" cy="3628800"/>
          </a:xfrm>
          <a:custGeom>
            <a:avLst/>
            <a:gdLst/>
            <a:ahLst/>
            <a:cxnLst/>
            <a:rect l="l" t="t" r="r" b="b"/>
            <a:pathLst>
              <a:path w="5668800" h="3628800">
                <a:moveTo>
                  <a:pt x="127988" y="0"/>
                </a:moveTo>
                <a:lnTo>
                  <a:pt x="5540812" y="0"/>
                </a:lnTo>
                <a:cubicBezTo>
                  <a:pt x="5611498" y="0"/>
                  <a:pt x="5668800" y="57302"/>
                  <a:pt x="5668800" y="127988"/>
                </a:cubicBezTo>
                <a:lnTo>
                  <a:pt x="5668800" y="3500812"/>
                </a:lnTo>
                <a:cubicBezTo>
                  <a:pt x="5668800" y="3571498"/>
                  <a:pt x="5611498" y="3628800"/>
                  <a:pt x="5540812" y="3628800"/>
                </a:cubicBezTo>
                <a:lnTo>
                  <a:pt x="127988" y="3628800"/>
                </a:lnTo>
                <a:cubicBezTo>
                  <a:pt x="57302" y="3628800"/>
                  <a:pt x="0" y="3571498"/>
                  <a:pt x="0" y="3500812"/>
                </a:cubicBezTo>
                <a:lnTo>
                  <a:pt x="0" y="127988"/>
                </a:lnTo>
                <a:cubicBezTo>
                  <a:pt x="0" y="57349"/>
                  <a:pt x="57349" y="0"/>
                  <a:pt x="127988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30000"/>
                </a:srgbClr>
              </a:gs>
              <a:gs pos="100000">
                <a:srgbClr val="F97316">
                  <a:alpha val="30000"/>
                </a:srgbClr>
              </a:gs>
            </a:gsLst>
            <a:lin ang="2700000" scaled="1"/>
          </a:gradFill>
          <a:ln w="20320">
            <a:solidFill>
              <a:srgbClr val="F9731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95000" y="1356801"/>
            <a:ext cx="512000" cy="512000"/>
          </a:xfrm>
          <a:custGeom>
            <a:avLst/>
            <a:gdLst/>
            <a:ahLst/>
            <a:cxnLst/>
            <a:rect l="l" t="t" r="r" b="b"/>
            <a:pathLst>
              <a:path w="512000" h="512000">
                <a:moveTo>
                  <a:pt x="128000" y="0"/>
                </a:moveTo>
                <a:lnTo>
                  <a:pt x="384000" y="0"/>
                </a:lnTo>
                <a:cubicBezTo>
                  <a:pt x="454645" y="0"/>
                  <a:pt x="512000" y="57355"/>
                  <a:pt x="512000" y="128000"/>
                </a:cubicBezTo>
                <a:lnTo>
                  <a:pt x="512000" y="384000"/>
                </a:lnTo>
                <a:cubicBezTo>
                  <a:pt x="512000" y="454645"/>
                  <a:pt x="454645" y="512000"/>
                  <a:pt x="384000" y="512000"/>
                </a:cubicBezTo>
                <a:lnTo>
                  <a:pt x="128000" y="512000"/>
                </a:lnTo>
                <a:cubicBezTo>
                  <a:pt x="57355" y="512000"/>
                  <a:pt x="0" y="454645"/>
                  <a:pt x="0" y="384000"/>
                </a:cubicBezTo>
                <a:lnTo>
                  <a:pt x="0" y="128000"/>
                </a:lnTo>
                <a:cubicBezTo>
                  <a:pt x="0" y="57355"/>
                  <a:pt x="57355" y="0"/>
                  <a:pt x="128000" y="0"/>
                </a:cubicBezTo>
                <a:close/>
              </a:path>
            </a:pathLst>
          </a:custGeom>
          <a:solidFill>
            <a:srgbClr val="F97316"/>
          </a:soli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533000" y="1492801"/>
            <a:ext cx="240000" cy="240000"/>
          </a:xfrm>
          <a:custGeom>
            <a:avLst/>
            <a:gdLst/>
            <a:ahLst/>
            <a:cxnLst/>
            <a:rect l="l" t="t" r="r" b="b"/>
            <a:pathLst>
              <a:path w="240000" h="240000">
                <a:moveTo>
                  <a:pt x="15000" y="15000"/>
                </a:moveTo>
                <a:cubicBezTo>
                  <a:pt x="23297" y="15000"/>
                  <a:pt x="30000" y="21703"/>
                  <a:pt x="30000" y="30000"/>
                </a:cubicBezTo>
                <a:lnTo>
                  <a:pt x="30000" y="187500"/>
                </a:lnTo>
                <a:cubicBezTo>
                  <a:pt x="30000" y="191625"/>
                  <a:pt x="33375" y="195000"/>
                  <a:pt x="37500" y="195000"/>
                </a:cubicBezTo>
                <a:lnTo>
                  <a:pt x="225000" y="195000"/>
                </a:lnTo>
                <a:cubicBezTo>
                  <a:pt x="233297" y="195000"/>
                  <a:pt x="240000" y="201703"/>
                  <a:pt x="240000" y="210000"/>
                </a:cubicBezTo>
                <a:cubicBezTo>
                  <a:pt x="240000" y="218297"/>
                  <a:pt x="233297" y="225000"/>
                  <a:pt x="225000" y="225000"/>
                </a:cubicBezTo>
                <a:lnTo>
                  <a:pt x="37500" y="225000"/>
                </a:lnTo>
                <a:cubicBezTo>
                  <a:pt x="16781" y="225000"/>
                  <a:pt x="0" y="208219"/>
                  <a:pt x="0" y="187500"/>
                </a:cubicBezTo>
                <a:lnTo>
                  <a:pt x="0" y="30000"/>
                </a:lnTo>
                <a:cubicBezTo>
                  <a:pt x="0" y="21703"/>
                  <a:pt x="6703" y="15000"/>
                  <a:pt x="15000" y="15000"/>
                </a:cubicBezTo>
                <a:close/>
                <a:moveTo>
                  <a:pt x="60000" y="45000"/>
                </a:moveTo>
                <a:cubicBezTo>
                  <a:pt x="60000" y="36703"/>
                  <a:pt x="66703" y="30000"/>
                  <a:pt x="75000" y="30000"/>
                </a:cubicBezTo>
                <a:lnTo>
                  <a:pt x="165000" y="30000"/>
                </a:lnTo>
                <a:cubicBezTo>
                  <a:pt x="173297" y="30000"/>
                  <a:pt x="180000" y="36703"/>
                  <a:pt x="180000" y="45000"/>
                </a:cubicBezTo>
                <a:cubicBezTo>
                  <a:pt x="180000" y="53297"/>
                  <a:pt x="173297" y="60000"/>
                  <a:pt x="165000" y="60000"/>
                </a:cubicBezTo>
                <a:lnTo>
                  <a:pt x="75000" y="60000"/>
                </a:lnTo>
                <a:cubicBezTo>
                  <a:pt x="66703" y="60000"/>
                  <a:pt x="60000" y="53297"/>
                  <a:pt x="60000" y="45000"/>
                </a:cubicBezTo>
                <a:close/>
                <a:moveTo>
                  <a:pt x="75000" y="82500"/>
                </a:moveTo>
                <a:lnTo>
                  <a:pt x="135000" y="82500"/>
                </a:lnTo>
                <a:cubicBezTo>
                  <a:pt x="143297" y="82500"/>
                  <a:pt x="150000" y="89203"/>
                  <a:pt x="150000" y="97500"/>
                </a:cubicBezTo>
                <a:cubicBezTo>
                  <a:pt x="150000" y="105797"/>
                  <a:pt x="143297" y="112500"/>
                  <a:pt x="135000" y="112500"/>
                </a:cubicBezTo>
                <a:lnTo>
                  <a:pt x="75000" y="112500"/>
                </a:lnTo>
                <a:cubicBezTo>
                  <a:pt x="66703" y="112500"/>
                  <a:pt x="60000" y="105797"/>
                  <a:pt x="60000" y="97500"/>
                </a:cubicBezTo>
                <a:cubicBezTo>
                  <a:pt x="60000" y="89203"/>
                  <a:pt x="66703" y="82500"/>
                  <a:pt x="75000" y="82500"/>
                </a:cubicBezTo>
                <a:close/>
                <a:moveTo>
                  <a:pt x="75000" y="135000"/>
                </a:moveTo>
                <a:lnTo>
                  <a:pt x="195000" y="135000"/>
                </a:lnTo>
                <a:cubicBezTo>
                  <a:pt x="203297" y="135000"/>
                  <a:pt x="210000" y="141703"/>
                  <a:pt x="210000" y="150000"/>
                </a:cubicBezTo>
                <a:cubicBezTo>
                  <a:pt x="210000" y="158297"/>
                  <a:pt x="203297" y="165000"/>
                  <a:pt x="195000" y="165000"/>
                </a:cubicBezTo>
                <a:lnTo>
                  <a:pt x="75000" y="165000"/>
                </a:lnTo>
                <a:cubicBezTo>
                  <a:pt x="66703" y="165000"/>
                  <a:pt x="60000" y="158297"/>
                  <a:pt x="60000" y="150000"/>
                </a:cubicBezTo>
                <a:cubicBezTo>
                  <a:pt x="60000" y="141703"/>
                  <a:pt x="66703" y="135000"/>
                  <a:pt x="75000" y="13500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2" name="Text 30"/>
          <p:cNvSpPr/>
          <p:nvPr/>
        </p:nvSpPr>
        <p:spPr>
          <a:xfrm>
            <a:off x="7035000" y="1468801"/>
            <a:ext cx="2240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90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Evaluation Metrics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95000" y="2028801"/>
            <a:ext cx="5272000" cy="768000"/>
          </a:xfrm>
          <a:custGeom>
            <a:avLst/>
            <a:gdLst/>
            <a:ahLst/>
            <a:cxnLst/>
            <a:rect l="l" t="t" r="r" b="b"/>
            <a:pathLst>
              <a:path w="5272000" h="768000">
                <a:moveTo>
                  <a:pt x="96000" y="0"/>
                </a:moveTo>
                <a:lnTo>
                  <a:pt x="5176000" y="0"/>
                </a:lnTo>
                <a:cubicBezTo>
                  <a:pt x="5229019" y="0"/>
                  <a:pt x="5272000" y="42981"/>
                  <a:pt x="5272000" y="96000"/>
                </a:cubicBezTo>
                <a:lnTo>
                  <a:pt x="5272000" y="672000"/>
                </a:lnTo>
                <a:cubicBezTo>
                  <a:pt x="5272000" y="725019"/>
                  <a:pt x="5229019" y="768000"/>
                  <a:pt x="5176000" y="768000"/>
                </a:cubicBezTo>
                <a:lnTo>
                  <a:pt x="96000" y="768000"/>
                </a:lnTo>
                <a:cubicBezTo>
                  <a:pt x="42981" y="768000"/>
                  <a:pt x="0" y="725019"/>
                  <a:pt x="0" y="672000"/>
                </a:cubicBezTo>
                <a:lnTo>
                  <a:pt x="0" y="96000"/>
                </a:lnTo>
                <a:cubicBezTo>
                  <a:pt x="0" y="43016"/>
                  <a:pt x="43016" y="0"/>
                  <a:pt x="96000" y="0"/>
                </a:cubicBezTo>
                <a:close/>
              </a:path>
            </a:pathLst>
          </a:custGeom>
          <a:solidFill>
            <a:srgbClr val="0F172A">
              <a:alpha val="70196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523000" y="2188801"/>
            <a:ext cx="488000" cy="2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RMSE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068400" y="2156801"/>
            <a:ext cx="584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90" b="1" dirty="0">
                <a:solidFill>
                  <a:srgbClr val="3B82F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12.4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523000" y="2508801"/>
            <a:ext cx="5072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2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Root Mean Square Error measures prediction deviation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95000" y="2924801"/>
            <a:ext cx="5272000" cy="768000"/>
          </a:xfrm>
          <a:custGeom>
            <a:avLst/>
            <a:gdLst/>
            <a:ahLst/>
            <a:cxnLst/>
            <a:rect l="l" t="t" r="r" b="b"/>
            <a:pathLst>
              <a:path w="5272000" h="768000">
                <a:moveTo>
                  <a:pt x="96000" y="0"/>
                </a:moveTo>
                <a:lnTo>
                  <a:pt x="5176000" y="0"/>
                </a:lnTo>
                <a:cubicBezTo>
                  <a:pt x="5229019" y="0"/>
                  <a:pt x="5272000" y="42981"/>
                  <a:pt x="5272000" y="96000"/>
                </a:cubicBezTo>
                <a:lnTo>
                  <a:pt x="5272000" y="672000"/>
                </a:lnTo>
                <a:cubicBezTo>
                  <a:pt x="5272000" y="725019"/>
                  <a:pt x="5229019" y="768000"/>
                  <a:pt x="5176000" y="768000"/>
                </a:cubicBezTo>
                <a:lnTo>
                  <a:pt x="96000" y="768000"/>
                </a:lnTo>
                <a:cubicBezTo>
                  <a:pt x="42981" y="768000"/>
                  <a:pt x="0" y="725019"/>
                  <a:pt x="0" y="672000"/>
                </a:cubicBezTo>
                <a:lnTo>
                  <a:pt x="0" y="96000"/>
                </a:lnTo>
                <a:cubicBezTo>
                  <a:pt x="0" y="43016"/>
                  <a:pt x="43016" y="0"/>
                  <a:pt x="96000" y="0"/>
                </a:cubicBezTo>
                <a:close/>
              </a:path>
            </a:pathLst>
          </a:custGeom>
          <a:solidFill>
            <a:srgbClr val="0F172A">
              <a:alpha val="7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523000" y="3084801"/>
            <a:ext cx="392000" cy="2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MAE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1201900" y="3052801"/>
            <a:ext cx="456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90" b="1" dirty="0">
                <a:solidFill>
                  <a:srgbClr val="F9731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4.5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523000" y="3404805"/>
            <a:ext cx="5072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2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Mean Absolute Error shows average prediction error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95000" y="3820805"/>
            <a:ext cx="5272000" cy="768000"/>
          </a:xfrm>
          <a:custGeom>
            <a:avLst/>
            <a:gdLst/>
            <a:ahLst/>
            <a:cxnLst/>
            <a:rect l="l" t="t" r="r" b="b"/>
            <a:pathLst>
              <a:path w="5272000" h="768000">
                <a:moveTo>
                  <a:pt x="96000" y="0"/>
                </a:moveTo>
                <a:lnTo>
                  <a:pt x="5176000" y="0"/>
                </a:lnTo>
                <a:cubicBezTo>
                  <a:pt x="5229019" y="0"/>
                  <a:pt x="5272000" y="42981"/>
                  <a:pt x="5272000" y="96000"/>
                </a:cubicBezTo>
                <a:lnTo>
                  <a:pt x="5272000" y="672000"/>
                </a:lnTo>
                <a:cubicBezTo>
                  <a:pt x="5272000" y="725019"/>
                  <a:pt x="5229019" y="768000"/>
                  <a:pt x="5176000" y="768000"/>
                </a:cubicBezTo>
                <a:lnTo>
                  <a:pt x="96000" y="768000"/>
                </a:lnTo>
                <a:cubicBezTo>
                  <a:pt x="42981" y="768000"/>
                  <a:pt x="0" y="725019"/>
                  <a:pt x="0" y="672000"/>
                </a:cubicBezTo>
                <a:lnTo>
                  <a:pt x="0" y="96000"/>
                </a:lnTo>
                <a:cubicBezTo>
                  <a:pt x="0" y="43016"/>
                  <a:pt x="43016" y="0"/>
                  <a:pt x="96000" y="0"/>
                </a:cubicBezTo>
                <a:close/>
              </a:path>
            </a:pathLst>
          </a:custGeom>
          <a:solidFill>
            <a:srgbClr val="0F172A">
              <a:alpha val="70196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523000" y="3980805"/>
            <a:ext cx="664000" cy="2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4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R² Score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068400" y="3948805"/>
            <a:ext cx="584000" cy="28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90" b="1" dirty="0">
                <a:solidFill>
                  <a:srgbClr val="22C55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0.91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523000" y="4300805"/>
            <a:ext cx="5072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82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Coefficient of determination indicates model fit quality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193400" y="4924802"/>
            <a:ext cx="5670400" cy="1926400"/>
          </a:xfrm>
          <a:custGeom>
            <a:avLst/>
            <a:gdLst/>
            <a:ahLst/>
            <a:cxnLst/>
            <a:rect l="l" t="t" r="r" b="b"/>
            <a:pathLst>
              <a:path w="5670400" h="1926400">
                <a:moveTo>
                  <a:pt x="128009" y="0"/>
                </a:moveTo>
                <a:lnTo>
                  <a:pt x="5542391" y="0"/>
                </a:lnTo>
                <a:cubicBezTo>
                  <a:pt x="5613088" y="0"/>
                  <a:pt x="5670400" y="57312"/>
                  <a:pt x="5670400" y="128009"/>
                </a:cubicBezTo>
                <a:lnTo>
                  <a:pt x="5670400" y="1798391"/>
                </a:lnTo>
                <a:cubicBezTo>
                  <a:pt x="5670400" y="1869088"/>
                  <a:pt x="5613088" y="1926400"/>
                  <a:pt x="5542391" y="1926400"/>
                </a:cubicBezTo>
                <a:lnTo>
                  <a:pt x="128009" y="1926400"/>
                </a:lnTo>
                <a:cubicBezTo>
                  <a:pt x="57312" y="1926400"/>
                  <a:pt x="0" y="1869088"/>
                  <a:pt x="0" y="1798391"/>
                </a:cubicBezTo>
                <a:lnTo>
                  <a:pt x="0" y="128009"/>
                </a:lnTo>
                <a:cubicBezTo>
                  <a:pt x="0" y="57312"/>
                  <a:pt x="57312" y="0"/>
                  <a:pt x="128009" y="0"/>
                </a:cubicBezTo>
                <a:close/>
              </a:path>
            </a:pathLst>
          </a:custGeom>
          <a:solidFill>
            <a:srgbClr val="1E293B"/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76600" y="5120000"/>
            <a:ext cx="160000" cy="160000"/>
          </a:xfrm>
          <a:custGeom>
            <a:avLst/>
            <a:gdLst/>
            <a:ahLst/>
            <a:cxnLst/>
            <a:rect l="l" t="t" r="r" b="b"/>
            <a:pathLst>
              <a:path w="160000" h="160000">
                <a:moveTo>
                  <a:pt x="80000" y="160000"/>
                </a:moveTo>
                <a:cubicBezTo>
                  <a:pt x="124153" y="160000"/>
                  <a:pt x="160000" y="124153"/>
                  <a:pt x="160000" y="80000"/>
                </a:cubicBezTo>
                <a:cubicBezTo>
                  <a:pt x="160000" y="35847"/>
                  <a:pt x="124153" y="0"/>
                  <a:pt x="80000" y="0"/>
                </a:cubicBezTo>
                <a:cubicBezTo>
                  <a:pt x="35847" y="0"/>
                  <a:pt x="0" y="35847"/>
                  <a:pt x="0" y="80000"/>
                </a:cubicBezTo>
                <a:cubicBezTo>
                  <a:pt x="0" y="124153"/>
                  <a:pt x="35847" y="160000"/>
                  <a:pt x="80000" y="160000"/>
                </a:cubicBezTo>
                <a:close/>
                <a:moveTo>
                  <a:pt x="106375" y="66469"/>
                </a:moveTo>
                <a:lnTo>
                  <a:pt x="81375" y="106469"/>
                </a:lnTo>
                <a:cubicBezTo>
                  <a:pt x="80063" y="108562"/>
                  <a:pt x="77813" y="109875"/>
                  <a:pt x="75344" y="110000"/>
                </a:cubicBezTo>
                <a:cubicBezTo>
                  <a:pt x="72875" y="110125"/>
                  <a:pt x="70500" y="109000"/>
                  <a:pt x="69031" y="107000"/>
                </a:cubicBezTo>
                <a:lnTo>
                  <a:pt x="54031" y="87000"/>
                </a:lnTo>
                <a:cubicBezTo>
                  <a:pt x="51531" y="83687"/>
                  <a:pt x="52219" y="79000"/>
                  <a:pt x="55531" y="76500"/>
                </a:cubicBezTo>
                <a:cubicBezTo>
                  <a:pt x="58844" y="74000"/>
                  <a:pt x="63531" y="74688"/>
                  <a:pt x="66031" y="78000"/>
                </a:cubicBezTo>
                <a:lnTo>
                  <a:pt x="74469" y="89250"/>
                </a:lnTo>
                <a:lnTo>
                  <a:pt x="93656" y="58531"/>
                </a:lnTo>
                <a:cubicBezTo>
                  <a:pt x="95844" y="55031"/>
                  <a:pt x="100469" y="53938"/>
                  <a:pt x="104000" y="56156"/>
                </a:cubicBezTo>
                <a:cubicBezTo>
                  <a:pt x="107531" y="58375"/>
                  <a:pt x="108594" y="62969"/>
                  <a:pt x="106375" y="66500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47" name="Text 45"/>
          <p:cNvSpPr/>
          <p:nvPr/>
        </p:nvSpPr>
        <p:spPr>
          <a:xfrm>
            <a:off x="6556600" y="5088000"/>
            <a:ext cx="5224000" cy="2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60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Key Achievements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356600" y="5440000"/>
            <a:ext cx="2624000" cy="576000"/>
          </a:xfrm>
          <a:custGeom>
            <a:avLst/>
            <a:gdLst/>
            <a:ahLst/>
            <a:cxnLst/>
            <a:rect l="l" t="t" r="r" b="b"/>
            <a:pathLst>
              <a:path w="2624000" h="576000">
                <a:moveTo>
                  <a:pt x="63999" y="0"/>
                </a:moveTo>
                <a:lnTo>
                  <a:pt x="2560001" y="0"/>
                </a:lnTo>
                <a:cubicBezTo>
                  <a:pt x="2595347" y="0"/>
                  <a:pt x="2624000" y="28653"/>
                  <a:pt x="2624000" y="63999"/>
                </a:cubicBezTo>
                <a:lnTo>
                  <a:pt x="2624000" y="512001"/>
                </a:lnTo>
                <a:cubicBezTo>
                  <a:pt x="2624000" y="547323"/>
                  <a:pt x="2595323" y="576000"/>
                  <a:pt x="2560001" y="576000"/>
                </a:cubicBezTo>
                <a:lnTo>
                  <a:pt x="63999" y="576000"/>
                </a:lnTo>
                <a:cubicBezTo>
                  <a:pt x="28653" y="576000"/>
                  <a:pt x="0" y="547347"/>
                  <a:pt x="0" y="512001"/>
                </a:cubicBezTo>
                <a:lnTo>
                  <a:pt x="0" y="63999"/>
                </a:lnTo>
                <a:cubicBezTo>
                  <a:pt x="0" y="28677"/>
                  <a:pt x="28677" y="0"/>
                  <a:pt x="63999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49" name="Shape 47"/>
          <p:cNvSpPr/>
          <p:nvPr/>
        </p:nvSpPr>
        <p:spPr>
          <a:xfrm>
            <a:off x="7572900" y="5536000"/>
            <a:ext cx="192000" cy="192000"/>
          </a:xfrm>
          <a:custGeom>
            <a:avLst/>
            <a:gdLst/>
            <a:ahLst/>
            <a:cxnLst/>
            <a:rect l="l" t="t" r="r" b="b"/>
            <a:pathLst>
              <a:path w="192000" h="192000">
                <a:moveTo>
                  <a:pt x="168000" y="96000"/>
                </a:moveTo>
                <a:cubicBezTo>
                  <a:pt x="168000" y="56262"/>
                  <a:pt x="135738" y="24000"/>
                  <a:pt x="96000" y="24000"/>
                </a:cubicBezTo>
                <a:cubicBezTo>
                  <a:pt x="56262" y="24000"/>
                  <a:pt x="24000" y="56262"/>
                  <a:pt x="24000" y="96000"/>
                </a:cubicBezTo>
                <a:cubicBezTo>
                  <a:pt x="24000" y="135738"/>
                  <a:pt x="56262" y="168000"/>
                  <a:pt x="96000" y="168000"/>
                </a:cubicBezTo>
                <a:cubicBezTo>
                  <a:pt x="135738" y="168000"/>
                  <a:pt x="168000" y="135738"/>
                  <a:pt x="168000" y="96000"/>
                </a:cubicBezTo>
                <a:close/>
                <a:moveTo>
                  <a:pt x="0" y="96000"/>
                </a:moveTo>
                <a:cubicBezTo>
                  <a:pt x="0" y="43016"/>
                  <a:pt x="43016" y="0"/>
                  <a:pt x="96000" y="0"/>
                </a:cubicBezTo>
                <a:cubicBezTo>
                  <a:pt x="148984" y="0"/>
                  <a:pt x="192000" y="43016"/>
                  <a:pt x="192000" y="96000"/>
                </a:cubicBezTo>
                <a:cubicBezTo>
                  <a:pt x="192000" y="148984"/>
                  <a:pt x="148984" y="192000"/>
                  <a:pt x="96000" y="192000"/>
                </a:cubicBezTo>
                <a:cubicBezTo>
                  <a:pt x="43016" y="192000"/>
                  <a:pt x="0" y="148984"/>
                  <a:pt x="0" y="96000"/>
                </a:cubicBezTo>
                <a:close/>
                <a:moveTo>
                  <a:pt x="96000" y="126000"/>
                </a:moveTo>
                <a:cubicBezTo>
                  <a:pt x="112557" y="126000"/>
                  <a:pt x="126000" y="112557"/>
                  <a:pt x="126000" y="96000"/>
                </a:cubicBezTo>
                <a:cubicBezTo>
                  <a:pt x="126000" y="79443"/>
                  <a:pt x="112557" y="66000"/>
                  <a:pt x="96000" y="66000"/>
                </a:cubicBezTo>
                <a:cubicBezTo>
                  <a:pt x="79443" y="66000"/>
                  <a:pt x="66000" y="79443"/>
                  <a:pt x="66000" y="96000"/>
                </a:cubicBezTo>
                <a:cubicBezTo>
                  <a:pt x="66000" y="112557"/>
                  <a:pt x="79443" y="126000"/>
                  <a:pt x="96000" y="126000"/>
                </a:cubicBezTo>
                <a:close/>
                <a:moveTo>
                  <a:pt x="96000" y="42000"/>
                </a:moveTo>
                <a:cubicBezTo>
                  <a:pt x="125803" y="42000"/>
                  <a:pt x="150000" y="66197"/>
                  <a:pt x="150000" y="96000"/>
                </a:cubicBezTo>
                <a:cubicBezTo>
                  <a:pt x="150000" y="125803"/>
                  <a:pt x="125803" y="150000"/>
                  <a:pt x="96000" y="150000"/>
                </a:cubicBezTo>
                <a:cubicBezTo>
                  <a:pt x="66197" y="150000"/>
                  <a:pt x="42000" y="125803"/>
                  <a:pt x="42000" y="96000"/>
                </a:cubicBezTo>
                <a:cubicBezTo>
                  <a:pt x="42000" y="66197"/>
                  <a:pt x="66197" y="42000"/>
                  <a:pt x="96000" y="42000"/>
                </a:cubicBezTo>
                <a:close/>
                <a:moveTo>
                  <a:pt x="84000" y="96000"/>
                </a:moveTo>
                <a:cubicBezTo>
                  <a:pt x="84000" y="89377"/>
                  <a:pt x="89377" y="84000"/>
                  <a:pt x="96000" y="84000"/>
                </a:cubicBezTo>
                <a:cubicBezTo>
                  <a:pt x="102623" y="84000"/>
                  <a:pt x="108000" y="89377"/>
                  <a:pt x="108000" y="96000"/>
                </a:cubicBezTo>
                <a:cubicBezTo>
                  <a:pt x="108000" y="102623"/>
                  <a:pt x="102623" y="108000"/>
                  <a:pt x="96000" y="108000"/>
                </a:cubicBezTo>
                <a:cubicBezTo>
                  <a:pt x="89377" y="108000"/>
                  <a:pt x="84000" y="102623"/>
                  <a:pt x="84000" y="96000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50" name="Text 48"/>
          <p:cNvSpPr/>
          <p:nvPr/>
        </p:nvSpPr>
        <p:spPr>
          <a:xfrm>
            <a:off x="6424600" y="5760000"/>
            <a:ext cx="2488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82" dirty="0">
                <a:solidFill>
                  <a:srgbClr val="F8FAFC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91% Accuracy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9077300" y="5440000"/>
            <a:ext cx="2624000" cy="576000"/>
          </a:xfrm>
          <a:custGeom>
            <a:avLst/>
            <a:gdLst/>
            <a:ahLst/>
            <a:cxnLst/>
            <a:rect l="l" t="t" r="r" b="b"/>
            <a:pathLst>
              <a:path w="2624000" h="576000">
                <a:moveTo>
                  <a:pt x="63999" y="0"/>
                </a:moveTo>
                <a:lnTo>
                  <a:pt x="2560001" y="0"/>
                </a:lnTo>
                <a:cubicBezTo>
                  <a:pt x="2595347" y="0"/>
                  <a:pt x="2624000" y="28653"/>
                  <a:pt x="2624000" y="63999"/>
                </a:cubicBezTo>
                <a:lnTo>
                  <a:pt x="2624000" y="512001"/>
                </a:lnTo>
                <a:cubicBezTo>
                  <a:pt x="2624000" y="547323"/>
                  <a:pt x="2595323" y="576000"/>
                  <a:pt x="2560001" y="576000"/>
                </a:cubicBezTo>
                <a:lnTo>
                  <a:pt x="63999" y="576000"/>
                </a:lnTo>
                <a:cubicBezTo>
                  <a:pt x="28653" y="576000"/>
                  <a:pt x="0" y="547347"/>
                  <a:pt x="0" y="512001"/>
                </a:cubicBezTo>
                <a:lnTo>
                  <a:pt x="0" y="63999"/>
                </a:lnTo>
                <a:cubicBezTo>
                  <a:pt x="0" y="28677"/>
                  <a:pt x="28677" y="0"/>
                  <a:pt x="63999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52" name="Shape 50"/>
          <p:cNvSpPr/>
          <p:nvPr/>
        </p:nvSpPr>
        <p:spPr>
          <a:xfrm>
            <a:off x="10293601" y="5536000"/>
            <a:ext cx="192000" cy="192000"/>
          </a:xfrm>
          <a:custGeom>
            <a:avLst/>
            <a:gdLst/>
            <a:ahLst/>
            <a:cxnLst/>
            <a:rect l="l" t="t" r="r" b="b"/>
            <a:pathLst>
              <a:path w="192000" h="192000">
                <a:moveTo>
                  <a:pt x="0" y="96000"/>
                </a:moveTo>
                <a:cubicBezTo>
                  <a:pt x="0" y="43016"/>
                  <a:pt x="43016" y="0"/>
                  <a:pt x="96000" y="0"/>
                </a:cubicBezTo>
                <a:cubicBezTo>
                  <a:pt x="148984" y="0"/>
                  <a:pt x="192000" y="43016"/>
                  <a:pt x="192000" y="96000"/>
                </a:cubicBezTo>
                <a:cubicBezTo>
                  <a:pt x="192000" y="148984"/>
                  <a:pt x="148984" y="192000"/>
                  <a:pt x="96000" y="192000"/>
                </a:cubicBezTo>
                <a:cubicBezTo>
                  <a:pt x="43016" y="192000"/>
                  <a:pt x="0" y="148984"/>
                  <a:pt x="0" y="96000"/>
                </a:cubicBezTo>
                <a:close/>
                <a:moveTo>
                  <a:pt x="108000" y="36000"/>
                </a:moveTo>
                <a:cubicBezTo>
                  <a:pt x="108000" y="29377"/>
                  <a:pt x="102623" y="24000"/>
                  <a:pt x="96000" y="24000"/>
                </a:cubicBezTo>
                <a:cubicBezTo>
                  <a:pt x="89377" y="24000"/>
                  <a:pt x="84000" y="29377"/>
                  <a:pt x="84000" y="36000"/>
                </a:cubicBezTo>
                <a:cubicBezTo>
                  <a:pt x="84000" y="42623"/>
                  <a:pt x="89377" y="48000"/>
                  <a:pt x="96000" y="48000"/>
                </a:cubicBezTo>
                <a:cubicBezTo>
                  <a:pt x="102623" y="48000"/>
                  <a:pt x="108000" y="42623"/>
                  <a:pt x="108000" y="36000"/>
                </a:cubicBezTo>
                <a:close/>
                <a:moveTo>
                  <a:pt x="96000" y="156000"/>
                </a:moveTo>
                <a:cubicBezTo>
                  <a:pt x="109238" y="156000"/>
                  <a:pt x="120000" y="145238"/>
                  <a:pt x="120000" y="132000"/>
                </a:cubicBezTo>
                <a:cubicBezTo>
                  <a:pt x="120000" y="125925"/>
                  <a:pt x="117750" y="120337"/>
                  <a:pt x="114000" y="116137"/>
                </a:cubicBezTo>
                <a:lnTo>
                  <a:pt x="140063" y="64050"/>
                </a:lnTo>
                <a:cubicBezTo>
                  <a:pt x="142275" y="59587"/>
                  <a:pt x="140475" y="54187"/>
                  <a:pt x="136050" y="51975"/>
                </a:cubicBezTo>
                <a:cubicBezTo>
                  <a:pt x="131625" y="49762"/>
                  <a:pt x="126187" y="51562"/>
                  <a:pt x="123975" y="55987"/>
                </a:cubicBezTo>
                <a:lnTo>
                  <a:pt x="97913" y="108075"/>
                </a:lnTo>
                <a:cubicBezTo>
                  <a:pt x="97275" y="108037"/>
                  <a:pt x="96638" y="108000"/>
                  <a:pt x="96000" y="108000"/>
                </a:cubicBezTo>
                <a:cubicBezTo>
                  <a:pt x="82763" y="108000"/>
                  <a:pt x="72000" y="118763"/>
                  <a:pt x="72000" y="132000"/>
                </a:cubicBezTo>
                <a:cubicBezTo>
                  <a:pt x="72000" y="145238"/>
                  <a:pt x="82763" y="156000"/>
                  <a:pt x="96000" y="156000"/>
                </a:cubicBezTo>
                <a:close/>
                <a:moveTo>
                  <a:pt x="66000" y="54000"/>
                </a:moveTo>
                <a:cubicBezTo>
                  <a:pt x="66000" y="47377"/>
                  <a:pt x="60623" y="42000"/>
                  <a:pt x="54000" y="42000"/>
                </a:cubicBezTo>
                <a:cubicBezTo>
                  <a:pt x="47377" y="42000"/>
                  <a:pt x="42000" y="47377"/>
                  <a:pt x="42000" y="54000"/>
                </a:cubicBezTo>
                <a:cubicBezTo>
                  <a:pt x="42000" y="60623"/>
                  <a:pt x="47377" y="66000"/>
                  <a:pt x="54000" y="66000"/>
                </a:cubicBezTo>
                <a:cubicBezTo>
                  <a:pt x="60623" y="66000"/>
                  <a:pt x="66000" y="60623"/>
                  <a:pt x="66000" y="54000"/>
                </a:cubicBezTo>
                <a:close/>
                <a:moveTo>
                  <a:pt x="36000" y="108000"/>
                </a:moveTo>
                <a:cubicBezTo>
                  <a:pt x="42623" y="108000"/>
                  <a:pt x="48000" y="102623"/>
                  <a:pt x="48000" y="96000"/>
                </a:cubicBezTo>
                <a:cubicBezTo>
                  <a:pt x="48000" y="89377"/>
                  <a:pt x="42623" y="84000"/>
                  <a:pt x="36000" y="84000"/>
                </a:cubicBezTo>
                <a:cubicBezTo>
                  <a:pt x="29377" y="84000"/>
                  <a:pt x="24000" y="89377"/>
                  <a:pt x="24000" y="96000"/>
                </a:cubicBezTo>
                <a:cubicBezTo>
                  <a:pt x="24000" y="102623"/>
                  <a:pt x="29377" y="108000"/>
                  <a:pt x="36000" y="108000"/>
                </a:cubicBezTo>
                <a:close/>
                <a:moveTo>
                  <a:pt x="168000" y="96000"/>
                </a:moveTo>
                <a:cubicBezTo>
                  <a:pt x="168000" y="89377"/>
                  <a:pt x="162623" y="84000"/>
                  <a:pt x="156000" y="84000"/>
                </a:cubicBezTo>
                <a:cubicBezTo>
                  <a:pt x="149377" y="84000"/>
                  <a:pt x="144000" y="89377"/>
                  <a:pt x="144000" y="96000"/>
                </a:cubicBezTo>
                <a:cubicBezTo>
                  <a:pt x="144000" y="102623"/>
                  <a:pt x="149377" y="108000"/>
                  <a:pt x="156000" y="108000"/>
                </a:cubicBezTo>
                <a:cubicBezTo>
                  <a:pt x="162623" y="108000"/>
                  <a:pt x="168000" y="102623"/>
                  <a:pt x="168000" y="96000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53" name="Text 51"/>
          <p:cNvSpPr/>
          <p:nvPr/>
        </p:nvSpPr>
        <p:spPr>
          <a:xfrm>
            <a:off x="9145300" y="5760000"/>
            <a:ext cx="2488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82" dirty="0">
                <a:solidFill>
                  <a:srgbClr val="F8FAFC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Fast Predictions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356600" y="6112000"/>
            <a:ext cx="2624000" cy="576000"/>
          </a:xfrm>
          <a:custGeom>
            <a:avLst/>
            <a:gdLst/>
            <a:ahLst/>
            <a:cxnLst/>
            <a:rect l="l" t="t" r="r" b="b"/>
            <a:pathLst>
              <a:path w="2624000" h="576000">
                <a:moveTo>
                  <a:pt x="63999" y="0"/>
                </a:moveTo>
                <a:lnTo>
                  <a:pt x="2560001" y="0"/>
                </a:lnTo>
                <a:cubicBezTo>
                  <a:pt x="2595347" y="0"/>
                  <a:pt x="2624000" y="28653"/>
                  <a:pt x="2624000" y="63999"/>
                </a:cubicBezTo>
                <a:lnTo>
                  <a:pt x="2624000" y="512001"/>
                </a:lnTo>
                <a:cubicBezTo>
                  <a:pt x="2624000" y="547323"/>
                  <a:pt x="2595323" y="576000"/>
                  <a:pt x="2560001" y="576000"/>
                </a:cubicBezTo>
                <a:lnTo>
                  <a:pt x="63999" y="576000"/>
                </a:lnTo>
                <a:cubicBezTo>
                  <a:pt x="28653" y="576000"/>
                  <a:pt x="0" y="547347"/>
                  <a:pt x="0" y="512001"/>
                </a:cubicBezTo>
                <a:lnTo>
                  <a:pt x="0" y="63999"/>
                </a:lnTo>
                <a:cubicBezTo>
                  <a:pt x="0" y="28677"/>
                  <a:pt x="28677" y="0"/>
                  <a:pt x="63999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55" name="Shape 53"/>
          <p:cNvSpPr/>
          <p:nvPr/>
        </p:nvSpPr>
        <p:spPr>
          <a:xfrm>
            <a:off x="7548900" y="6208000"/>
            <a:ext cx="240000" cy="192000"/>
          </a:xfrm>
          <a:custGeom>
            <a:avLst/>
            <a:gdLst/>
            <a:ahLst/>
            <a:cxnLst/>
            <a:rect l="l" t="t" r="r" b="b"/>
            <a:pathLst>
              <a:path w="240000" h="192000">
                <a:moveTo>
                  <a:pt x="144000" y="12000"/>
                </a:moveTo>
                <a:lnTo>
                  <a:pt x="192000" y="12000"/>
                </a:lnTo>
                <a:cubicBezTo>
                  <a:pt x="198638" y="12000"/>
                  <a:pt x="204000" y="17363"/>
                  <a:pt x="204000" y="24000"/>
                </a:cubicBezTo>
                <a:cubicBezTo>
                  <a:pt x="204000" y="30638"/>
                  <a:pt x="198638" y="36000"/>
                  <a:pt x="192000" y="36000"/>
                </a:cubicBezTo>
                <a:lnTo>
                  <a:pt x="149400" y="36000"/>
                </a:lnTo>
                <a:cubicBezTo>
                  <a:pt x="147450" y="45675"/>
                  <a:pt x="140813" y="53662"/>
                  <a:pt x="132000" y="57488"/>
                </a:cubicBezTo>
                <a:lnTo>
                  <a:pt x="132000" y="168000"/>
                </a:lnTo>
                <a:lnTo>
                  <a:pt x="192000" y="168000"/>
                </a:lnTo>
                <a:cubicBezTo>
                  <a:pt x="198638" y="168000"/>
                  <a:pt x="204000" y="173363"/>
                  <a:pt x="204000" y="180000"/>
                </a:cubicBezTo>
                <a:cubicBezTo>
                  <a:pt x="204000" y="186638"/>
                  <a:pt x="198638" y="192000"/>
                  <a:pt x="192000" y="192000"/>
                </a:cubicBezTo>
                <a:lnTo>
                  <a:pt x="48000" y="192000"/>
                </a:lnTo>
                <a:cubicBezTo>
                  <a:pt x="41362" y="192000"/>
                  <a:pt x="36000" y="186638"/>
                  <a:pt x="36000" y="180000"/>
                </a:cubicBezTo>
                <a:cubicBezTo>
                  <a:pt x="36000" y="173363"/>
                  <a:pt x="41362" y="168000"/>
                  <a:pt x="48000" y="168000"/>
                </a:cubicBezTo>
                <a:lnTo>
                  <a:pt x="108000" y="168000"/>
                </a:lnTo>
                <a:lnTo>
                  <a:pt x="108000" y="57488"/>
                </a:lnTo>
                <a:cubicBezTo>
                  <a:pt x="99187" y="53625"/>
                  <a:pt x="92550" y="45638"/>
                  <a:pt x="90600" y="36000"/>
                </a:cubicBezTo>
                <a:lnTo>
                  <a:pt x="48000" y="36000"/>
                </a:lnTo>
                <a:cubicBezTo>
                  <a:pt x="41362" y="36000"/>
                  <a:pt x="36000" y="30638"/>
                  <a:pt x="36000" y="24000"/>
                </a:cubicBezTo>
                <a:cubicBezTo>
                  <a:pt x="36000" y="17363"/>
                  <a:pt x="41362" y="12000"/>
                  <a:pt x="48000" y="12000"/>
                </a:cubicBezTo>
                <a:lnTo>
                  <a:pt x="96000" y="12000"/>
                </a:lnTo>
                <a:cubicBezTo>
                  <a:pt x="101475" y="4725"/>
                  <a:pt x="110175" y="0"/>
                  <a:pt x="120000" y="0"/>
                </a:cubicBezTo>
                <a:cubicBezTo>
                  <a:pt x="129825" y="0"/>
                  <a:pt x="138525" y="4725"/>
                  <a:pt x="144000" y="12000"/>
                </a:cubicBezTo>
                <a:close/>
                <a:moveTo>
                  <a:pt x="164850" y="120000"/>
                </a:moveTo>
                <a:lnTo>
                  <a:pt x="219150" y="120000"/>
                </a:lnTo>
                <a:lnTo>
                  <a:pt x="192000" y="73425"/>
                </a:lnTo>
                <a:lnTo>
                  <a:pt x="164850" y="120000"/>
                </a:lnTo>
                <a:close/>
                <a:moveTo>
                  <a:pt x="192000" y="156000"/>
                </a:moveTo>
                <a:cubicBezTo>
                  <a:pt x="168413" y="156000"/>
                  <a:pt x="148800" y="143250"/>
                  <a:pt x="144750" y="126412"/>
                </a:cubicBezTo>
                <a:cubicBezTo>
                  <a:pt x="143775" y="122288"/>
                  <a:pt x="145125" y="118050"/>
                  <a:pt x="147262" y="114375"/>
                </a:cubicBezTo>
                <a:lnTo>
                  <a:pt x="182962" y="53175"/>
                </a:lnTo>
                <a:cubicBezTo>
                  <a:pt x="184837" y="49950"/>
                  <a:pt x="188287" y="48000"/>
                  <a:pt x="192000" y="48000"/>
                </a:cubicBezTo>
                <a:cubicBezTo>
                  <a:pt x="195713" y="48000"/>
                  <a:pt x="199162" y="49988"/>
                  <a:pt x="201037" y="53175"/>
                </a:cubicBezTo>
                <a:lnTo>
                  <a:pt x="236737" y="114375"/>
                </a:lnTo>
                <a:cubicBezTo>
                  <a:pt x="238875" y="118050"/>
                  <a:pt x="240225" y="122288"/>
                  <a:pt x="239250" y="126412"/>
                </a:cubicBezTo>
                <a:cubicBezTo>
                  <a:pt x="235200" y="143213"/>
                  <a:pt x="215588" y="156000"/>
                  <a:pt x="192000" y="156000"/>
                </a:cubicBezTo>
                <a:close/>
                <a:moveTo>
                  <a:pt x="47550" y="73425"/>
                </a:moveTo>
                <a:lnTo>
                  <a:pt x="20400" y="120000"/>
                </a:lnTo>
                <a:lnTo>
                  <a:pt x="74738" y="120000"/>
                </a:lnTo>
                <a:lnTo>
                  <a:pt x="47550" y="73425"/>
                </a:lnTo>
                <a:close/>
                <a:moveTo>
                  <a:pt x="338" y="126412"/>
                </a:moveTo>
                <a:cubicBezTo>
                  <a:pt x="-637" y="122288"/>
                  <a:pt x="712" y="118050"/>
                  <a:pt x="2850" y="114375"/>
                </a:cubicBezTo>
                <a:lnTo>
                  <a:pt x="38550" y="53175"/>
                </a:lnTo>
                <a:cubicBezTo>
                  <a:pt x="40425" y="49950"/>
                  <a:pt x="43875" y="48000"/>
                  <a:pt x="47588" y="48000"/>
                </a:cubicBezTo>
                <a:cubicBezTo>
                  <a:pt x="51300" y="48000"/>
                  <a:pt x="54750" y="49988"/>
                  <a:pt x="56625" y="53175"/>
                </a:cubicBezTo>
                <a:lnTo>
                  <a:pt x="92325" y="114375"/>
                </a:lnTo>
                <a:cubicBezTo>
                  <a:pt x="94462" y="118050"/>
                  <a:pt x="95812" y="122288"/>
                  <a:pt x="94837" y="126412"/>
                </a:cubicBezTo>
                <a:cubicBezTo>
                  <a:pt x="90787" y="143213"/>
                  <a:pt x="71175" y="156000"/>
                  <a:pt x="47587" y="156000"/>
                </a:cubicBezTo>
                <a:cubicBezTo>
                  <a:pt x="24000" y="156000"/>
                  <a:pt x="4387" y="143250"/>
                  <a:pt x="338" y="126412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56" name="Text 54"/>
          <p:cNvSpPr/>
          <p:nvPr/>
        </p:nvSpPr>
        <p:spPr>
          <a:xfrm>
            <a:off x="6424600" y="6432000"/>
            <a:ext cx="2488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82" dirty="0">
                <a:solidFill>
                  <a:srgbClr val="F8FAFC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Low Variance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9077300" y="6112000"/>
            <a:ext cx="2624000" cy="576000"/>
          </a:xfrm>
          <a:custGeom>
            <a:avLst/>
            <a:gdLst/>
            <a:ahLst/>
            <a:cxnLst/>
            <a:rect l="l" t="t" r="r" b="b"/>
            <a:pathLst>
              <a:path w="2624000" h="576000">
                <a:moveTo>
                  <a:pt x="63999" y="0"/>
                </a:moveTo>
                <a:lnTo>
                  <a:pt x="2560001" y="0"/>
                </a:lnTo>
                <a:cubicBezTo>
                  <a:pt x="2595347" y="0"/>
                  <a:pt x="2624000" y="28653"/>
                  <a:pt x="2624000" y="63999"/>
                </a:cubicBezTo>
                <a:lnTo>
                  <a:pt x="2624000" y="512001"/>
                </a:lnTo>
                <a:cubicBezTo>
                  <a:pt x="2624000" y="547323"/>
                  <a:pt x="2595323" y="576000"/>
                  <a:pt x="2560001" y="576000"/>
                </a:cubicBezTo>
                <a:lnTo>
                  <a:pt x="63999" y="576000"/>
                </a:lnTo>
                <a:cubicBezTo>
                  <a:pt x="28653" y="576000"/>
                  <a:pt x="0" y="547347"/>
                  <a:pt x="0" y="512001"/>
                </a:cubicBezTo>
                <a:lnTo>
                  <a:pt x="0" y="63999"/>
                </a:lnTo>
                <a:cubicBezTo>
                  <a:pt x="0" y="28677"/>
                  <a:pt x="28677" y="0"/>
                  <a:pt x="63999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58" name="Shape 56"/>
          <p:cNvSpPr/>
          <p:nvPr/>
        </p:nvSpPr>
        <p:spPr>
          <a:xfrm>
            <a:off x="10293601" y="6208000"/>
            <a:ext cx="192000" cy="192000"/>
          </a:xfrm>
          <a:custGeom>
            <a:avLst/>
            <a:gdLst/>
            <a:ahLst/>
            <a:cxnLst/>
            <a:rect l="l" t="t" r="r" b="b"/>
            <a:pathLst>
              <a:path w="192000" h="192000">
                <a:moveTo>
                  <a:pt x="24713" y="85688"/>
                </a:moveTo>
                <a:cubicBezTo>
                  <a:pt x="29700" y="50813"/>
                  <a:pt x="59738" y="24000"/>
                  <a:pt x="96000" y="24000"/>
                </a:cubicBezTo>
                <a:cubicBezTo>
                  <a:pt x="115875" y="24000"/>
                  <a:pt x="133875" y="32063"/>
                  <a:pt x="146925" y="45075"/>
                </a:cubicBezTo>
                <a:cubicBezTo>
                  <a:pt x="147000" y="45150"/>
                  <a:pt x="147075" y="45225"/>
                  <a:pt x="147150" y="45300"/>
                </a:cubicBezTo>
                <a:lnTo>
                  <a:pt x="150000" y="48000"/>
                </a:lnTo>
                <a:lnTo>
                  <a:pt x="132038" y="48000"/>
                </a:lnTo>
                <a:cubicBezTo>
                  <a:pt x="125400" y="48000"/>
                  <a:pt x="120038" y="53363"/>
                  <a:pt x="120038" y="60000"/>
                </a:cubicBezTo>
                <a:cubicBezTo>
                  <a:pt x="120038" y="66638"/>
                  <a:pt x="125400" y="72000"/>
                  <a:pt x="132038" y="72000"/>
                </a:cubicBezTo>
                <a:lnTo>
                  <a:pt x="180038" y="72000"/>
                </a:lnTo>
                <a:cubicBezTo>
                  <a:pt x="186675" y="72000"/>
                  <a:pt x="192038" y="66638"/>
                  <a:pt x="192038" y="60000"/>
                </a:cubicBezTo>
                <a:lnTo>
                  <a:pt x="192038" y="12000"/>
                </a:lnTo>
                <a:cubicBezTo>
                  <a:pt x="192038" y="5363"/>
                  <a:pt x="186675" y="0"/>
                  <a:pt x="180038" y="0"/>
                </a:cubicBezTo>
                <a:cubicBezTo>
                  <a:pt x="173400" y="0"/>
                  <a:pt x="168038" y="5363"/>
                  <a:pt x="168038" y="12000"/>
                </a:cubicBezTo>
                <a:lnTo>
                  <a:pt x="168038" y="32025"/>
                </a:lnTo>
                <a:lnTo>
                  <a:pt x="163800" y="28013"/>
                </a:lnTo>
                <a:cubicBezTo>
                  <a:pt x="146437" y="10725"/>
                  <a:pt x="122438" y="0"/>
                  <a:pt x="96000" y="0"/>
                </a:cubicBezTo>
                <a:cubicBezTo>
                  <a:pt x="47625" y="0"/>
                  <a:pt x="7613" y="35775"/>
                  <a:pt x="975" y="82313"/>
                </a:cubicBezTo>
                <a:cubicBezTo>
                  <a:pt x="38" y="88875"/>
                  <a:pt x="4575" y="94950"/>
                  <a:pt x="11138" y="95888"/>
                </a:cubicBezTo>
                <a:cubicBezTo>
                  <a:pt x="17700" y="96825"/>
                  <a:pt x="23775" y="92250"/>
                  <a:pt x="24713" y="85725"/>
                </a:cubicBezTo>
                <a:close/>
                <a:moveTo>
                  <a:pt x="191025" y="109688"/>
                </a:moveTo>
                <a:cubicBezTo>
                  <a:pt x="191962" y="103125"/>
                  <a:pt x="187387" y="97050"/>
                  <a:pt x="180862" y="96113"/>
                </a:cubicBezTo>
                <a:cubicBezTo>
                  <a:pt x="174337" y="95175"/>
                  <a:pt x="168225" y="99750"/>
                  <a:pt x="167287" y="106275"/>
                </a:cubicBezTo>
                <a:cubicBezTo>
                  <a:pt x="162300" y="141150"/>
                  <a:pt x="132262" y="167963"/>
                  <a:pt x="96000" y="167963"/>
                </a:cubicBezTo>
                <a:cubicBezTo>
                  <a:pt x="76125" y="167963"/>
                  <a:pt x="58125" y="159900"/>
                  <a:pt x="45075" y="146888"/>
                </a:cubicBezTo>
                <a:cubicBezTo>
                  <a:pt x="45000" y="146813"/>
                  <a:pt x="44925" y="146738"/>
                  <a:pt x="44850" y="146663"/>
                </a:cubicBezTo>
                <a:lnTo>
                  <a:pt x="42000" y="143963"/>
                </a:lnTo>
                <a:lnTo>
                  <a:pt x="59962" y="143963"/>
                </a:lnTo>
                <a:cubicBezTo>
                  <a:pt x="66600" y="143963"/>
                  <a:pt x="71963" y="138600"/>
                  <a:pt x="71963" y="131963"/>
                </a:cubicBezTo>
                <a:cubicBezTo>
                  <a:pt x="71963" y="125325"/>
                  <a:pt x="66600" y="119963"/>
                  <a:pt x="59962" y="119963"/>
                </a:cubicBezTo>
                <a:lnTo>
                  <a:pt x="12000" y="120000"/>
                </a:lnTo>
                <a:cubicBezTo>
                  <a:pt x="8813" y="120000"/>
                  <a:pt x="5738" y="121275"/>
                  <a:pt x="3488" y="123563"/>
                </a:cubicBezTo>
                <a:cubicBezTo>
                  <a:pt x="1238" y="125850"/>
                  <a:pt x="-37" y="128888"/>
                  <a:pt x="0" y="132113"/>
                </a:cubicBezTo>
                <a:lnTo>
                  <a:pt x="375" y="179738"/>
                </a:lnTo>
                <a:cubicBezTo>
                  <a:pt x="413" y="186375"/>
                  <a:pt x="5850" y="191700"/>
                  <a:pt x="12487" y="191625"/>
                </a:cubicBezTo>
                <a:cubicBezTo>
                  <a:pt x="19125" y="191550"/>
                  <a:pt x="24450" y="186150"/>
                  <a:pt x="24375" y="179513"/>
                </a:cubicBezTo>
                <a:lnTo>
                  <a:pt x="24225" y="160200"/>
                </a:lnTo>
                <a:lnTo>
                  <a:pt x="28238" y="163988"/>
                </a:lnTo>
                <a:cubicBezTo>
                  <a:pt x="45600" y="181275"/>
                  <a:pt x="69563" y="192000"/>
                  <a:pt x="96000" y="192000"/>
                </a:cubicBezTo>
                <a:cubicBezTo>
                  <a:pt x="144375" y="192000"/>
                  <a:pt x="184388" y="156225"/>
                  <a:pt x="191025" y="109688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59" name="Text 57"/>
          <p:cNvSpPr/>
          <p:nvPr/>
        </p:nvSpPr>
        <p:spPr>
          <a:xfrm>
            <a:off x="9145300" y="6432000"/>
            <a:ext cx="2488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882" dirty="0">
                <a:solidFill>
                  <a:srgbClr val="F8FAFC">
                    <a:alpha val="80000"/>
                  </a:srgbClr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Cross-Validated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4164" y="447413"/>
            <a:ext cx="68833" cy="412996"/>
          </a:xfrm>
          <a:custGeom>
            <a:avLst/>
            <a:gdLst/>
            <a:ahLst/>
            <a:cxnLst/>
            <a:rect l="l" t="t" r="r" b="b"/>
            <a:pathLst>
              <a:path w="68833" h="412996">
                <a:moveTo>
                  <a:pt x="34416" y="0"/>
                </a:moveTo>
                <a:lnTo>
                  <a:pt x="34416" y="0"/>
                </a:lnTo>
                <a:cubicBezTo>
                  <a:pt x="53424" y="0"/>
                  <a:pt x="68833" y="15409"/>
                  <a:pt x="68833" y="34416"/>
                </a:cubicBezTo>
                <a:lnTo>
                  <a:pt x="68833" y="378580"/>
                </a:lnTo>
                <a:cubicBezTo>
                  <a:pt x="68833" y="397588"/>
                  <a:pt x="53424" y="412996"/>
                  <a:pt x="34416" y="412996"/>
                </a:cubicBezTo>
                <a:lnTo>
                  <a:pt x="34416" y="412996"/>
                </a:lnTo>
                <a:cubicBezTo>
                  <a:pt x="15409" y="412996"/>
                  <a:pt x="0" y="397588"/>
                  <a:pt x="0" y="378580"/>
                </a:cubicBezTo>
                <a:lnTo>
                  <a:pt x="0" y="34416"/>
                </a:lnTo>
                <a:cubicBezTo>
                  <a:pt x="0" y="15409"/>
                  <a:pt x="15409" y="0"/>
                  <a:pt x="34416" y="0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516246" y="344164"/>
            <a:ext cx="5136644" cy="2064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84" b="1" kern="0" spc="54" dirty="0">
                <a:solidFill>
                  <a:srgbClr val="F9731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11 / Application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16246" y="550662"/>
            <a:ext cx="5274309" cy="412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52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Web Application Interface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47605" y="1242431"/>
            <a:ext cx="5642564" cy="5367233"/>
          </a:xfrm>
          <a:custGeom>
            <a:avLst/>
            <a:gdLst/>
            <a:ahLst/>
            <a:cxnLst/>
            <a:rect l="l" t="t" r="r" b="b"/>
            <a:pathLst>
              <a:path w="5642564" h="5367233">
                <a:moveTo>
                  <a:pt x="137670" y="0"/>
                </a:moveTo>
                <a:lnTo>
                  <a:pt x="5504895" y="0"/>
                </a:lnTo>
                <a:cubicBezTo>
                  <a:pt x="5580877" y="0"/>
                  <a:pt x="5642564" y="61688"/>
                  <a:pt x="5642564" y="137670"/>
                </a:cubicBezTo>
                <a:lnTo>
                  <a:pt x="5642564" y="5229564"/>
                </a:lnTo>
                <a:cubicBezTo>
                  <a:pt x="5642564" y="5305597"/>
                  <a:pt x="5580928" y="5367233"/>
                  <a:pt x="5504895" y="5367233"/>
                </a:cubicBezTo>
                <a:lnTo>
                  <a:pt x="137670" y="5367233"/>
                </a:lnTo>
                <a:cubicBezTo>
                  <a:pt x="61688" y="5367233"/>
                  <a:pt x="0" y="5305546"/>
                  <a:pt x="0" y="5229564"/>
                </a:cubicBezTo>
                <a:lnTo>
                  <a:pt x="0" y="137670"/>
                </a:lnTo>
                <a:cubicBezTo>
                  <a:pt x="0" y="61688"/>
                  <a:pt x="61688" y="0"/>
                  <a:pt x="137670" y="0"/>
                </a:cubicBezTo>
                <a:close/>
              </a:path>
            </a:pathLst>
          </a:custGeom>
          <a:solidFill>
            <a:srgbClr val="1E293B"/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7545" y="1452369"/>
            <a:ext cx="550662" cy="550662"/>
          </a:xfrm>
          <a:custGeom>
            <a:avLst/>
            <a:gdLst/>
            <a:ahLst/>
            <a:cxnLst/>
            <a:rect l="l" t="t" r="r" b="b"/>
            <a:pathLst>
              <a:path w="550662" h="550662">
                <a:moveTo>
                  <a:pt x="137665" y="0"/>
                </a:moveTo>
                <a:lnTo>
                  <a:pt x="412996" y="0"/>
                </a:lnTo>
                <a:cubicBezTo>
                  <a:pt x="489027" y="0"/>
                  <a:pt x="550662" y="61635"/>
                  <a:pt x="550662" y="137665"/>
                </a:cubicBezTo>
                <a:lnTo>
                  <a:pt x="550662" y="412996"/>
                </a:lnTo>
                <a:cubicBezTo>
                  <a:pt x="550662" y="489027"/>
                  <a:pt x="489027" y="550662"/>
                  <a:pt x="412996" y="550662"/>
                </a:cubicBezTo>
                <a:lnTo>
                  <a:pt x="137665" y="550662"/>
                </a:lnTo>
                <a:cubicBezTo>
                  <a:pt x="61635" y="550662"/>
                  <a:pt x="0" y="489027"/>
                  <a:pt x="0" y="412996"/>
                </a:cubicBezTo>
                <a:lnTo>
                  <a:pt x="0" y="137665"/>
                </a:lnTo>
                <a:cubicBezTo>
                  <a:pt x="0" y="61635"/>
                  <a:pt x="61635" y="0"/>
                  <a:pt x="137665" y="0"/>
                </a:cubicBezTo>
                <a:close/>
              </a:path>
            </a:pathLst>
          </a:custGeom>
          <a:solidFill>
            <a:srgbClr val="3B82F6"/>
          </a:soli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9833" y="1598639"/>
            <a:ext cx="290388" cy="258123"/>
          </a:xfrm>
          <a:custGeom>
            <a:avLst/>
            <a:gdLst/>
            <a:ahLst/>
            <a:cxnLst/>
            <a:rect l="l" t="t" r="r" b="b"/>
            <a:pathLst>
              <a:path w="290388" h="258123">
                <a:moveTo>
                  <a:pt x="32265" y="32265"/>
                </a:moveTo>
                <a:cubicBezTo>
                  <a:pt x="14469" y="32265"/>
                  <a:pt x="0" y="46734"/>
                  <a:pt x="0" y="64531"/>
                </a:cubicBezTo>
                <a:lnTo>
                  <a:pt x="0" y="193592"/>
                </a:lnTo>
                <a:cubicBezTo>
                  <a:pt x="0" y="211388"/>
                  <a:pt x="14469" y="225857"/>
                  <a:pt x="32265" y="225857"/>
                </a:cubicBezTo>
                <a:lnTo>
                  <a:pt x="258123" y="225857"/>
                </a:lnTo>
                <a:cubicBezTo>
                  <a:pt x="275919" y="225857"/>
                  <a:pt x="290388" y="211388"/>
                  <a:pt x="290388" y="193592"/>
                </a:cubicBezTo>
                <a:lnTo>
                  <a:pt x="290388" y="64531"/>
                </a:lnTo>
                <a:cubicBezTo>
                  <a:pt x="290388" y="46734"/>
                  <a:pt x="275919" y="32265"/>
                  <a:pt x="258123" y="32265"/>
                </a:cubicBezTo>
                <a:lnTo>
                  <a:pt x="32265" y="32265"/>
                </a:lnTo>
                <a:close/>
                <a:moveTo>
                  <a:pt x="40332" y="64531"/>
                </a:moveTo>
                <a:lnTo>
                  <a:pt x="56464" y="64531"/>
                </a:lnTo>
                <a:cubicBezTo>
                  <a:pt x="60901" y="64531"/>
                  <a:pt x="64531" y="68161"/>
                  <a:pt x="64531" y="72597"/>
                </a:cubicBezTo>
                <a:lnTo>
                  <a:pt x="64531" y="88730"/>
                </a:lnTo>
                <a:cubicBezTo>
                  <a:pt x="64531" y="93166"/>
                  <a:pt x="60901" y="96796"/>
                  <a:pt x="56464" y="96796"/>
                </a:cubicBezTo>
                <a:lnTo>
                  <a:pt x="40332" y="96796"/>
                </a:lnTo>
                <a:cubicBezTo>
                  <a:pt x="35895" y="96796"/>
                  <a:pt x="32265" y="93166"/>
                  <a:pt x="32265" y="88730"/>
                </a:cubicBezTo>
                <a:lnTo>
                  <a:pt x="32265" y="72597"/>
                </a:lnTo>
                <a:cubicBezTo>
                  <a:pt x="32265" y="68161"/>
                  <a:pt x="35895" y="64531"/>
                  <a:pt x="40332" y="64531"/>
                </a:cubicBezTo>
                <a:close/>
                <a:moveTo>
                  <a:pt x="32265" y="120995"/>
                </a:moveTo>
                <a:cubicBezTo>
                  <a:pt x="32265" y="116559"/>
                  <a:pt x="35895" y="112929"/>
                  <a:pt x="40332" y="112929"/>
                </a:cubicBezTo>
                <a:lnTo>
                  <a:pt x="56464" y="112929"/>
                </a:lnTo>
                <a:cubicBezTo>
                  <a:pt x="60901" y="112929"/>
                  <a:pt x="64531" y="116559"/>
                  <a:pt x="64531" y="120995"/>
                </a:cubicBezTo>
                <a:lnTo>
                  <a:pt x="64531" y="137128"/>
                </a:lnTo>
                <a:cubicBezTo>
                  <a:pt x="64531" y="141564"/>
                  <a:pt x="60901" y="145194"/>
                  <a:pt x="56464" y="145194"/>
                </a:cubicBezTo>
                <a:lnTo>
                  <a:pt x="40332" y="145194"/>
                </a:lnTo>
                <a:cubicBezTo>
                  <a:pt x="35895" y="145194"/>
                  <a:pt x="32265" y="141564"/>
                  <a:pt x="32265" y="137128"/>
                </a:cubicBezTo>
                <a:lnTo>
                  <a:pt x="32265" y="120995"/>
                </a:lnTo>
                <a:close/>
                <a:moveTo>
                  <a:pt x="88730" y="64531"/>
                </a:moveTo>
                <a:lnTo>
                  <a:pt x="104862" y="64531"/>
                </a:lnTo>
                <a:cubicBezTo>
                  <a:pt x="109299" y="64531"/>
                  <a:pt x="112929" y="68161"/>
                  <a:pt x="112929" y="72597"/>
                </a:cubicBezTo>
                <a:lnTo>
                  <a:pt x="112929" y="88730"/>
                </a:lnTo>
                <a:cubicBezTo>
                  <a:pt x="112929" y="93166"/>
                  <a:pt x="109299" y="96796"/>
                  <a:pt x="104862" y="96796"/>
                </a:cubicBezTo>
                <a:lnTo>
                  <a:pt x="88730" y="96796"/>
                </a:lnTo>
                <a:cubicBezTo>
                  <a:pt x="84293" y="96796"/>
                  <a:pt x="80663" y="93166"/>
                  <a:pt x="80663" y="88730"/>
                </a:cubicBezTo>
                <a:lnTo>
                  <a:pt x="80663" y="72597"/>
                </a:lnTo>
                <a:cubicBezTo>
                  <a:pt x="80663" y="68161"/>
                  <a:pt x="84293" y="64531"/>
                  <a:pt x="88730" y="64531"/>
                </a:cubicBezTo>
                <a:close/>
                <a:moveTo>
                  <a:pt x="80663" y="120995"/>
                </a:moveTo>
                <a:cubicBezTo>
                  <a:pt x="80663" y="116559"/>
                  <a:pt x="84293" y="112929"/>
                  <a:pt x="88730" y="112929"/>
                </a:cubicBezTo>
                <a:lnTo>
                  <a:pt x="104862" y="112929"/>
                </a:lnTo>
                <a:cubicBezTo>
                  <a:pt x="109299" y="112929"/>
                  <a:pt x="112929" y="116559"/>
                  <a:pt x="112929" y="120995"/>
                </a:cubicBezTo>
                <a:lnTo>
                  <a:pt x="112929" y="137128"/>
                </a:lnTo>
                <a:cubicBezTo>
                  <a:pt x="112929" y="141564"/>
                  <a:pt x="109299" y="145194"/>
                  <a:pt x="104862" y="145194"/>
                </a:cubicBezTo>
                <a:lnTo>
                  <a:pt x="88730" y="145194"/>
                </a:lnTo>
                <a:cubicBezTo>
                  <a:pt x="84293" y="145194"/>
                  <a:pt x="80663" y="141564"/>
                  <a:pt x="80663" y="137128"/>
                </a:cubicBezTo>
                <a:lnTo>
                  <a:pt x="80663" y="120995"/>
                </a:lnTo>
                <a:close/>
                <a:moveTo>
                  <a:pt x="88730" y="161327"/>
                </a:moveTo>
                <a:lnTo>
                  <a:pt x="201658" y="161327"/>
                </a:lnTo>
                <a:cubicBezTo>
                  <a:pt x="206095" y="161327"/>
                  <a:pt x="209725" y="164957"/>
                  <a:pt x="209725" y="169393"/>
                </a:cubicBezTo>
                <a:lnTo>
                  <a:pt x="209725" y="185526"/>
                </a:lnTo>
                <a:cubicBezTo>
                  <a:pt x="209725" y="189962"/>
                  <a:pt x="206095" y="193592"/>
                  <a:pt x="201658" y="193592"/>
                </a:cubicBezTo>
                <a:lnTo>
                  <a:pt x="88730" y="193592"/>
                </a:lnTo>
                <a:cubicBezTo>
                  <a:pt x="84293" y="193592"/>
                  <a:pt x="80663" y="189962"/>
                  <a:pt x="80663" y="185526"/>
                </a:cubicBezTo>
                <a:lnTo>
                  <a:pt x="80663" y="169393"/>
                </a:lnTo>
                <a:cubicBezTo>
                  <a:pt x="80663" y="164957"/>
                  <a:pt x="84293" y="161327"/>
                  <a:pt x="88730" y="161327"/>
                </a:cubicBezTo>
                <a:close/>
                <a:moveTo>
                  <a:pt x="129061" y="72597"/>
                </a:moveTo>
                <a:cubicBezTo>
                  <a:pt x="129061" y="68161"/>
                  <a:pt x="132691" y="64531"/>
                  <a:pt x="137128" y="64531"/>
                </a:cubicBezTo>
                <a:lnTo>
                  <a:pt x="153260" y="64531"/>
                </a:lnTo>
                <a:cubicBezTo>
                  <a:pt x="157697" y="64531"/>
                  <a:pt x="161327" y="68161"/>
                  <a:pt x="161327" y="72597"/>
                </a:cubicBezTo>
                <a:lnTo>
                  <a:pt x="161327" y="88730"/>
                </a:lnTo>
                <a:cubicBezTo>
                  <a:pt x="161327" y="93166"/>
                  <a:pt x="157697" y="96796"/>
                  <a:pt x="153260" y="96796"/>
                </a:cubicBezTo>
                <a:lnTo>
                  <a:pt x="137128" y="96796"/>
                </a:lnTo>
                <a:cubicBezTo>
                  <a:pt x="132691" y="96796"/>
                  <a:pt x="129061" y="93166"/>
                  <a:pt x="129061" y="88730"/>
                </a:cubicBezTo>
                <a:lnTo>
                  <a:pt x="129061" y="72597"/>
                </a:lnTo>
                <a:close/>
                <a:moveTo>
                  <a:pt x="137128" y="112929"/>
                </a:moveTo>
                <a:lnTo>
                  <a:pt x="153260" y="112929"/>
                </a:lnTo>
                <a:cubicBezTo>
                  <a:pt x="157697" y="112929"/>
                  <a:pt x="161327" y="116559"/>
                  <a:pt x="161327" y="120995"/>
                </a:cubicBezTo>
                <a:lnTo>
                  <a:pt x="161327" y="137128"/>
                </a:lnTo>
                <a:cubicBezTo>
                  <a:pt x="161327" y="141564"/>
                  <a:pt x="157697" y="145194"/>
                  <a:pt x="153260" y="145194"/>
                </a:cubicBezTo>
                <a:lnTo>
                  <a:pt x="137128" y="145194"/>
                </a:lnTo>
                <a:cubicBezTo>
                  <a:pt x="132691" y="145194"/>
                  <a:pt x="129061" y="141564"/>
                  <a:pt x="129061" y="137128"/>
                </a:cubicBezTo>
                <a:lnTo>
                  <a:pt x="129061" y="120995"/>
                </a:lnTo>
                <a:cubicBezTo>
                  <a:pt x="129061" y="116559"/>
                  <a:pt x="132691" y="112929"/>
                  <a:pt x="137128" y="112929"/>
                </a:cubicBezTo>
                <a:close/>
                <a:moveTo>
                  <a:pt x="177459" y="72597"/>
                </a:moveTo>
                <a:cubicBezTo>
                  <a:pt x="177459" y="68161"/>
                  <a:pt x="181089" y="64531"/>
                  <a:pt x="185526" y="64531"/>
                </a:cubicBezTo>
                <a:lnTo>
                  <a:pt x="201658" y="64531"/>
                </a:lnTo>
                <a:cubicBezTo>
                  <a:pt x="206095" y="64531"/>
                  <a:pt x="209725" y="68161"/>
                  <a:pt x="209725" y="72597"/>
                </a:cubicBezTo>
                <a:lnTo>
                  <a:pt x="209725" y="88730"/>
                </a:lnTo>
                <a:cubicBezTo>
                  <a:pt x="209725" y="93166"/>
                  <a:pt x="206095" y="96796"/>
                  <a:pt x="201658" y="96796"/>
                </a:cubicBezTo>
                <a:lnTo>
                  <a:pt x="185526" y="96796"/>
                </a:lnTo>
                <a:cubicBezTo>
                  <a:pt x="181089" y="96796"/>
                  <a:pt x="177459" y="93166"/>
                  <a:pt x="177459" y="88730"/>
                </a:cubicBezTo>
                <a:lnTo>
                  <a:pt x="177459" y="72597"/>
                </a:lnTo>
                <a:close/>
                <a:moveTo>
                  <a:pt x="185526" y="112929"/>
                </a:moveTo>
                <a:lnTo>
                  <a:pt x="201658" y="112929"/>
                </a:lnTo>
                <a:cubicBezTo>
                  <a:pt x="206095" y="112929"/>
                  <a:pt x="209725" y="116559"/>
                  <a:pt x="209725" y="120995"/>
                </a:cubicBezTo>
                <a:lnTo>
                  <a:pt x="209725" y="137128"/>
                </a:lnTo>
                <a:cubicBezTo>
                  <a:pt x="209725" y="141564"/>
                  <a:pt x="206095" y="145194"/>
                  <a:pt x="201658" y="145194"/>
                </a:cubicBezTo>
                <a:lnTo>
                  <a:pt x="185526" y="145194"/>
                </a:lnTo>
                <a:cubicBezTo>
                  <a:pt x="181089" y="145194"/>
                  <a:pt x="177459" y="141564"/>
                  <a:pt x="177459" y="137128"/>
                </a:cubicBezTo>
                <a:lnTo>
                  <a:pt x="177459" y="120995"/>
                </a:lnTo>
                <a:cubicBezTo>
                  <a:pt x="177459" y="116559"/>
                  <a:pt x="181089" y="112929"/>
                  <a:pt x="185526" y="112929"/>
                </a:cubicBezTo>
                <a:close/>
                <a:moveTo>
                  <a:pt x="225857" y="72597"/>
                </a:moveTo>
                <a:cubicBezTo>
                  <a:pt x="225857" y="68161"/>
                  <a:pt x="229487" y="64531"/>
                  <a:pt x="233924" y="64531"/>
                </a:cubicBezTo>
                <a:lnTo>
                  <a:pt x="250056" y="64531"/>
                </a:lnTo>
                <a:cubicBezTo>
                  <a:pt x="254493" y="64531"/>
                  <a:pt x="258123" y="68161"/>
                  <a:pt x="258123" y="72597"/>
                </a:cubicBezTo>
                <a:lnTo>
                  <a:pt x="258123" y="88730"/>
                </a:lnTo>
                <a:cubicBezTo>
                  <a:pt x="258123" y="93166"/>
                  <a:pt x="254493" y="96796"/>
                  <a:pt x="250056" y="96796"/>
                </a:cubicBezTo>
                <a:lnTo>
                  <a:pt x="233924" y="96796"/>
                </a:lnTo>
                <a:cubicBezTo>
                  <a:pt x="229487" y="96796"/>
                  <a:pt x="225857" y="93166"/>
                  <a:pt x="225857" y="88730"/>
                </a:cubicBezTo>
                <a:lnTo>
                  <a:pt x="225857" y="72597"/>
                </a:lnTo>
                <a:close/>
                <a:moveTo>
                  <a:pt x="233924" y="112929"/>
                </a:moveTo>
                <a:lnTo>
                  <a:pt x="250056" y="112929"/>
                </a:lnTo>
                <a:cubicBezTo>
                  <a:pt x="254493" y="112929"/>
                  <a:pt x="258123" y="116559"/>
                  <a:pt x="258123" y="120995"/>
                </a:cubicBezTo>
                <a:lnTo>
                  <a:pt x="258123" y="137128"/>
                </a:lnTo>
                <a:cubicBezTo>
                  <a:pt x="258123" y="141564"/>
                  <a:pt x="254493" y="145194"/>
                  <a:pt x="250056" y="145194"/>
                </a:cubicBezTo>
                <a:lnTo>
                  <a:pt x="233924" y="145194"/>
                </a:lnTo>
                <a:cubicBezTo>
                  <a:pt x="229487" y="145194"/>
                  <a:pt x="225857" y="141564"/>
                  <a:pt x="225857" y="137128"/>
                </a:cubicBezTo>
                <a:lnTo>
                  <a:pt x="225857" y="120995"/>
                </a:lnTo>
                <a:cubicBezTo>
                  <a:pt x="225857" y="116559"/>
                  <a:pt x="229487" y="112929"/>
                  <a:pt x="233924" y="112929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8" name="Text 6"/>
          <p:cNvSpPr/>
          <p:nvPr/>
        </p:nvSpPr>
        <p:spPr>
          <a:xfrm>
            <a:off x="1245873" y="1572827"/>
            <a:ext cx="1548737" cy="309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32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User Inputs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7545" y="2175113"/>
            <a:ext cx="5222685" cy="688327"/>
          </a:xfrm>
          <a:custGeom>
            <a:avLst/>
            <a:gdLst/>
            <a:ahLst/>
            <a:cxnLst/>
            <a:rect l="l" t="t" r="r" b="b"/>
            <a:pathLst>
              <a:path w="5222685" h="688327">
                <a:moveTo>
                  <a:pt x="103249" y="0"/>
                </a:moveTo>
                <a:lnTo>
                  <a:pt x="5119435" y="0"/>
                </a:lnTo>
                <a:cubicBezTo>
                  <a:pt x="5176458" y="0"/>
                  <a:pt x="5222685" y="46226"/>
                  <a:pt x="5222685" y="103249"/>
                </a:cubicBezTo>
                <a:lnTo>
                  <a:pt x="5222685" y="585078"/>
                </a:lnTo>
                <a:cubicBezTo>
                  <a:pt x="5222685" y="642101"/>
                  <a:pt x="5176458" y="688327"/>
                  <a:pt x="5119435" y="688327"/>
                </a:cubicBezTo>
                <a:lnTo>
                  <a:pt x="103249" y="688327"/>
                </a:lnTo>
                <a:cubicBezTo>
                  <a:pt x="46226" y="688327"/>
                  <a:pt x="0" y="642101"/>
                  <a:pt x="0" y="585078"/>
                </a:cubicBezTo>
                <a:lnTo>
                  <a:pt x="0" y="103249"/>
                </a:lnTo>
                <a:cubicBezTo>
                  <a:pt x="0" y="46226"/>
                  <a:pt x="46226" y="0"/>
                  <a:pt x="103249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0" name="Shape 8"/>
          <p:cNvSpPr/>
          <p:nvPr/>
        </p:nvSpPr>
        <p:spPr>
          <a:xfrm>
            <a:off x="695211" y="2312779"/>
            <a:ext cx="412996" cy="412996"/>
          </a:xfrm>
          <a:custGeom>
            <a:avLst/>
            <a:gdLst/>
            <a:ahLst/>
            <a:cxnLst/>
            <a:rect l="l" t="t" r="r" b="b"/>
            <a:pathLst>
              <a:path w="412996" h="412996">
                <a:moveTo>
                  <a:pt x="103249" y="0"/>
                </a:moveTo>
                <a:lnTo>
                  <a:pt x="309747" y="0"/>
                </a:lnTo>
                <a:cubicBezTo>
                  <a:pt x="366770" y="0"/>
                  <a:pt x="412996" y="46226"/>
                  <a:pt x="412996" y="103249"/>
                </a:cubicBezTo>
                <a:lnTo>
                  <a:pt x="412996" y="309747"/>
                </a:lnTo>
                <a:cubicBezTo>
                  <a:pt x="412996" y="366770"/>
                  <a:pt x="366770" y="412996"/>
                  <a:pt x="309747" y="412996"/>
                </a:cubicBezTo>
                <a:lnTo>
                  <a:pt x="103249" y="412996"/>
                </a:lnTo>
                <a:cubicBezTo>
                  <a:pt x="46226" y="412996"/>
                  <a:pt x="0" y="366770"/>
                  <a:pt x="0" y="309747"/>
                </a:cubicBezTo>
                <a:lnTo>
                  <a:pt x="0" y="103249"/>
                </a:lnTo>
                <a:cubicBezTo>
                  <a:pt x="0" y="46226"/>
                  <a:pt x="46226" y="0"/>
                  <a:pt x="103249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94158" y="2433236"/>
            <a:ext cx="215102" cy="172082"/>
          </a:xfrm>
          <a:custGeom>
            <a:avLst/>
            <a:gdLst/>
            <a:ahLst/>
            <a:cxnLst/>
            <a:rect l="l" t="t" r="r" b="b"/>
            <a:pathLst>
              <a:path w="215102" h="172082">
                <a:moveTo>
                  <a:pt x="107551" y="5378"/>
                </a:moveTo>
                <a:cubicBezTo>
                  <a:pt x="126843" y="5378"/>
                  <a:pt x="142505" y="21040"/>
                  <a:pt x="142505" y="40332"/>
                </a:cubicBezTo>
                <a:cubicBezTo>
                  <a:pt x="142505" y="59623"/>
                  <a:pt x="126843" y="75286"/>
                  <a:pt x="107551" y="75286"/>
                </a:cubicBezTo>
                <a:cubicBezTo>
                  <a:pt x="88259" y="75286"/>
                  <a:pt x="72597" y="59623"/>
                  <a:pt x="72597" y="40332"/>
                </a:cubicBezTo>
                <a:cubicBezTo>
                  <a:pt x="72597" y="21040"/>
                  <a:pt x="88259" y="5378"/>
                  <a:pt x="107551" y="5378"/>
                </a:cubicBezTo>
                <a:close/>
                <a:moveTo>
                  <a:pt x="32265" y="29577"/>
                </a:moveTo>
                <a:cubicBezTo>
                  <a:pt x="45621" y="29577"/>
                  <a:pt x="56464" y="40420"/>
                  <a:pt x="56464" y="53776"/>
                </a:cubicBezTo>
                <a:cubicBezTo>
                  <a:pt x="56464" y="67131"/>
                  <a:pt x="45621" y="77975"/>
                  <a:pt x="32265" y="77975"/>
                </a:cubicBezTo>
                <a:cubicBezTo>
                  <a:pt x="18910" y="77975"/>
                  <a:pt x="8066" y="67131"/>
                  <a:pt x="8066" y="53776"/>
                </a:cubicBezTo>
                <a:cubicBezTo>
                  <a:pt x="8066" y="40420"/>
                  <a:pt x="18910" y="29577"/>
                  <a:pt x="32265" y="29577"/>
                </a:cubicBezTo>
                <a:close/>
                <a:moveTo>
                  <a:pt x="0" y="139817"/>
                </a:moveTo>
                <a:cubicBezTo>
                  <a:pt x="0" y="116054"/>
                  <a:pt x="19258" y="96796"/>
                  <a:pt x="43020" y="96796"/>
                </a:cubicBezTo>
                <a:cubicBezTo>
                  <a:pt x="47323" y="96796"/>
                  <a:pt x="51490" y="97435"/>
                  <a:pt x="55422" y="98611"/>
                </a:cubicBezTo>
                <a:cubicBezTo>
                  <a:pt x="44365" y="110979"/>
                  <a:pt x="37643" y="127314"/>
                  <a:pt x="37643" y="145194"/>
                </a:cubicBezTo>
                <a:lnTo>
                  <a:pt x="37643" y="150572"/>
                </a:lnTo>
                <a:cubicBezTo>
                  <a:pt x="37643" y="154403"/>
                  <a:pt x="38450" y="158033"/>
                  <a:pt x="39895" y="161327"/>
                </a:cubicBezTo>
                <a:lnTo>
                  <a:pt x="10755" y="161327"/>
                </a:lnTo>
                <a:cubicBezTo>
                  <a:pt x="4806" y="161327"/>
                  <a:pt x="0" y="156521"/>
                  <a:pt x="0" y="150572"/>
                </a:cubicBezTo>
                <a:lnTo>
                  <a:pt x="0" y="139817"/>
                </a:lnTo>
                <a:close/>
                <a:moveTo>
                  <a:pt x="175208" y="161327"/>
                </a:moveTo>
                <a:cubicBezTo>
                  <a:pt x="176653" y="158033"/>
                  <a:pt x="177459" y="154403"/>
                  <a:pt x="177459" y="150572"/>
                </a:cubicBezTo>
                <a:lnTo>
                  <a:pt x="177459" y="145194"/>
                </a:lnTo>
                <a:cubicBezTo>
                  <a:pt x="177459" y="127314"/>
                  <a:pt x="170737" y="110979"/>
                  <a:pt x="159680" y="98611"/>
                </a:cubicBezTo>
                <a:cubicBezTo>
                  <a:pt x="163612" y="97435"/>
                  <a:pt x="167780" y="96796"/>
                  <a:pt x="172082" y="96796"/>
                </a:cubicBezTo>
                <a:cubicBezTo>
                  <a:pt x="195844" y="96796"/>
                  <a:pt x="215102" y="116054"/>
                  <a:pt x="215102" y="139817"/>
                </a:cubicBezTo>
                <a:lnTo>
                  <a:pt x="215102" y="150572"/>
                </a:lnTo>
                <a:cubicBezTo>
                  <a:pt x="215102" y="156521"/>
                  <a:pt x="210296" y="161327"/>
                  <a:pt x="204347" y="161327"/>
                </a:cubicBezTo>
                <a:lnTo>
                  <a:pt x="175208" y="161327"/>
                </a:lnTo>
                <a:close/>
                <a:moveTo>
                  <a:pt x="158638" y="53776"/>
                </a:moveTo>
                <a:cubicBezTo>
                  <a:pt x="158638" y="40420"/>
                  <a:pt x="169481" y="29577"/>
                  <a:pt x="182837" y="29577"/>
                </a:cubicBezTo>
                <a:cubicBezTo>
                  <a:pt x="196193" y="29577"/>
                  <a:pt x="207036" y="40420"/>
                  <a:pt x="207036" y="53776"/>
                </a:cubicBezTo>
                <a:cubicBezTo>
                  <a:pt x="207036" y="67131"/>
                  <a:pt x="196193" y="77975"/>
                  <a:pt x="182837" y="77975"/>
                </a:cubicBezTo>
                <a:cubicBezTo>
                  <a:pt x="169481" y="77975"/>
                  <a:pt x="158638" y="67131"/>
                  <a:pt x="158638" y="53776"/>
                </a:cubicBezTo>
                <a:close/>
                <a:moveTo>
                  <a:pt x="53776" y="145194"/>
                </a:moveTo>
                <a:cubicBezTo>
                  <a:pt x="53776" y="115483"/>
                  <a:pt x="77840" y="91418"/>
                  <a:pt x="107551" y="91418"/>
                </a:cubicBezTo>
                <a:cubicBezTo>
                  <a:pt x="137262" y="91418"/>
                  <a:pt x="161327" y="115483"/>
                  <a:pt x="161327" y="145194"/>
                </a:cubicBezTo>
                <a:lnTo>
                  <a:pt x="161327" y="150572"/>
                </a:lnTo>
                <a:cubicBezTo>
                  <a:pt x="161327" y="156521"/>
                  <a:pt x="156521" y="161327"/>
                  <a:pt x="150572" y="161327"/>
                </a:cubicBezTo>
                <a:lnTo>
                  <a:pt x="64531" y="161327"/>
                </a:lnTo>
                <a:cubicBezTo>
                  <a:pt x="58582" y="161327"/>
                  <a:pt x="53776" y="156521"/>
                  <a:pt x="53776" y="150572"/>
                </a:cubicBezTo>
                <a:lnTo>
                  <a:pt x="53776" y="145194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1245873" y="2312779"/>
            <a:ext cx="1583153" cy="240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9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Batting Team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45873" y="2553693"/>
            <a:ext cx="1565945" cy="172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8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 from dropdown menu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57545" y="2966690"/>
            <a:ext cx="5222685" cy="688327"/>
          </a:xfrm>
          <a:custGeom>
            <a:avLst/>
            <a:gdLst/>
            <a:ahLst/>
            <a:cxnLst/>
            <a:rect l="l" t="t" r="r" b="b"/>
            <a:pathLst>
              <a:path w="5222685" h="688327">
                <a:moveTo>
                  <a:pt x="103249" y="0"/>
                </a:moveTo>
                <a:lnTo>
                  <a:pt x="5119435" y="0"/>
                </a:lnTo>
                <a:cubicBezTo>
                  <a:pt x="5176458" y="0"/>
                  <a:pt x="5222685" y="46226"/>
                  <a:pt x="5222685" y="103249"/>
                </a:cubicBezTo>
                <a:lnTo>
                  <a:pt x="5222685" y="585078"/>
                </a:lnTo>
                <a:cubicBezTo>
                  <a:pt x="5222685" y="642101"/>
                  <a:pt x="5176458" y="688327"/>
                  <a:pt x="5119435" y="688327"/>
                </a:cubicBezTo>
                <a:lnTo>
                  <a:pt x="103249" y="688327"/>
                </a:lnTo>
                <a:cubicBezTo>
                  <a:pt x="46226" y="688327"/>
                  <a:pt x="0" y="642101"/>
                  <a:pt x="0" y="585078"/>
                </a:cubicBezTo>
                <a:lnTo>
                  <a:pt x="0" y="103249"/>
                </a:lnTo>
                <a:cubicBezTo>
                  <a:pt x="0" y="46226"/>
                  <a:pt x="46226" y="0"/>
                  <a:pt x="103249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5" name="Shape 13"/>
          <p:cNvSpPr/>
          <p:nvPr/>
        </p:nvSpPr>
        <p:spPr>
          <a:xfrm>
            <a:off x="695211" y="3104355"/>
            <a:ext cx="412996" cy="412996"/>
          </a:xfrm>
          <a:custGeom>
            <a:avLst/>
            <a:gdLst/>
            <a:ahLst/>
            <a:cxnLst/>
            <a:rect l="l" t="t" r="r" b="b"/>
            <a:pathLst>
              <a:path w="412996" h="412996">
                <a:moveTo>
                  <a:pt x="103249" y="0"/>
                </a:moveTo>
                <a:lnTo>
                  <a:pt x="309747" y="0"/>
                </a:lnTo>
                <a:cubicBezTo>
                  <a:pt x="366770" y="0"/>
                  <a:pt x="412996" y="46226"/>
                  <a:pt x="412996" y="103249"/>
                </a:cubicBezTo>
                <a:lnTo>
                  <a:pt x="412996" y="309747"/>
                </a:lnTo>
                <a:cubicBezTo>
                  <a:pt x="412996" y="366770"/>
                  <a:pt x="366770" y="412996"/>
                  <a:pt x="309747" y="412996"/>
                </a:cubicBezTo>
                <a:lnTo>
                  <a:pt x="103249" y="412996"/>
                </a:lnTo>
                <a:cubicBezTo>
                  <a:pt x="46226" y="412996"/>
                  <a:pt x="0" y="366770"/>
                  <a:pt x="0" y="309747"/>
                </a:cubicBezTo>
                <a:lnTo>
                  <a:pt x="0" y="103249"/>
                </a:lnTo>
                <a:cubicBezTo>
                  <a:pt x="0" y="46226"/>
                  <a:pt x="46226" y="0"/>
                  <a:pt x="103249" y="0"/>
                </a:cubicBezTo>
                <a:close/>
              </a:path>
            </a:pathLst>
          </a:custGeom>
          <a:solidFill>
            <a:srgbClr val="F97316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815668" y="3224812"/>
            <a:ext cx="172082" cy="172082"/>
          </a:xfrm>
          <a:custGeom>
            <a:avLst/>
            <a:gdLst/>
            <a:ahLst/>
            <a:cxnLst/>
            <a:rect l="l" t="t" r="r" b="b"/>
            <a:pathLst>
              <a:path w="172082" h="172082">
                <a:moveTo>
                  <a:pt x="86041" y="0"/>
                </a:moveTo>
                <a:cubicBezTo>
                  <a:pt x="87587" y="0"/>
                  <a:pt x="89133" y="336"/>
                  <a:pt x="90545" y="975"/>
                </a:cubicBezTo>
                <a:lnTo>
                  <a:pt x="153865" y="27829"/>
                </a:lnTo>
                <a:cubicBezTo>
                  <a:pt x="161260" y="30955"/>
                  <a:pt x="166772" y="38248"/>
                  <a:pt x="166738" y="47054"/>
                </a:cubicBezTo>
                <a:cubicBezTo>
                  <a:pt x="166570" y="80394"/>
                  <a:pt x="152857" y="141396"/>
                  <a:pt x="94948" y="169124"/>
                </a:cubicBezTo>
                <a:cubicBezTo>
                  <a:pt x="89335" y="171813"/>
                  <a:pt x="82814" y="171813"/>
                  <a:pt x="77202" y="169124"/>
                </a:cubicBezTo>
                <a:cubicBezTo>
                  <a:pt x="19258" y="141396"/>
                  <a:pt x="5579" y="80394"/>
                  <a:pt x="5411" y="47054"/>
                </a:cubicBezTo>
                <a:cubicBezTo>
                  <a:pt x="5378" y="38248"/>
                  <a:pt x="10890" y="30955"/>
                  <a:pt x="18284" y="27829"/>
                </a:cubicBezTo>
                <a:lnTo>
                  <a:pt x="81571" y="975"/>
                </a:lnTo>
                <a:cubicBezTo>
                  <a:pt x="82982" y="336"/>
                  <a:pt x="84495" y="0"/>
                  <a:pt x="86041" y="0"/>
                </a:cubicBezTo>
                <a:close/>
                <a:moveTo>
                  <a:pt x="86041" y="22451"/>
                </a:moveTo>
                <a:lnTo>
                  <a:pt x="86041" y="149530"/>
                </a:lnTo>
                <a:cubicBezTo>
                  <a:pt x="132422" y="127078"/>
                  <a:pt x="144892" y="77336"/>
                  <a:pt x="145194" y="47558"/>
                </a:cubicBezTo>
                <a:lnTo>
                  <a:pt x="86041" y="22485"/>
                </a:lnTo>
                <a:lnTo>
                  <a:pt x="86041" y="22485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1245873" y="3104355"/>
            <a:ext cx="1299218" cy="240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9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Bowling Team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45873" y="3345270"/>
            <a:ext cx="1282010" cy="172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8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 opposition team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57545" y="3758266"/>
            <a:ext cx="5222685" cy="688327"/>
          </a:xfrm>
          <a:custGeom>
            <a:avLst/>
            <a:gdLst/>
            <a:ahLst/>
            <a:cxnLst/>
            <a:rect l="l" t="t" r="r" b="b"/>
            <a:pathLst>
              <a:path w="5222685" h="688327">
                <a:moveTo>
                  <a:pt x="103249" y="0"/>
                </a:moveTo>
                <a:lnTo>
                  <a:pt x="5119435" y="0"/>
                </a:lnTo>
                <a:cubicBezTo>
                  <a:pt x="5176458" y="0"/>
                  <a:pt x="5222685" y="46226"/>
                  <a:pt x="5222685" y="103249"/>
                </a:cubicBezTo>
                <a:lnTo>
                  <a:pt x="5222685" y="585078"/>
                </a:lnTo>
                <a:cubicBezTo>
                  <a:pt x="5222685" y="642101"/>
                  <a:pt x="5176458" y="688327"/>
                  <a:pt x="5119435" y="688327"/>
                </a:cubicBezTo>
                <a:lnTo>
                  <a:pt x="103249" y="688327"/>
                </a:lnTo>
                <a:cubicBezTo>
                  <a:pt x="46226" y="688327"/>
                  <a:pt x="0" y="642101"/>
                  <a:pt x="0" y="585078"/>
                </a:cubicBezTo>
                <a:lnTo>
                  <a:pt x="0" y="103249"/>
                </a:lnTo>
                <a:cubicBezTo>
                  <a:pt x="0" y="46226"/>
                  <a:pt x="46226" y="0"/>
                  <a:pt x="103249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0" name="Shape 18"/>
          <p:cNvSpPr/>
          <p:nvPr/>
        </p:nvSpPr>
        <p:spPr>
          <a:xfrm>
            <a:off x="695211" y="3895932"/>
            <a:ext cx="412996" cy="412996"/>
          </a:xfrm>
          <a:custGeom>
            <a:avLst/>
            <a:gdLst/>
            <a:ahLst/>
            <a:cxnLst/>
            <a:rect l="l" t="t" r="r" b="b"/>
            <a:pathLst>
              <a:path w="412996" h="412996">
                <a:moveTo>
                  <a:pt x="103249" y="0"/>
                </a:moveTo>
                <a:lnTo>
                  <a:pt x="309747" y="0"/>
                </a:lnTo>
                <a:cubicBezTo>
                  <a:pt x="366770" y="0"/>
                  <a:pt x="412996" y="46226"/>
                  <a:pt x="412996" y="103249"/>
                </a:cubicBezTo>
                <a:lnTo>
                  <a:pt x="412996" y="309747"/>
                </a:lnTo>
                <a:cubicBezTo>
                  <a:pt x="412996" y="366770"/>
                  <a:pt x="366770" y="412996"/>
                  <a:pt x="309747" y="412996"/>
                </a:cubicBezTo>
                <a:lnTo>
                  <a:pt x="103249" y="412996"/>
                </a:lnTo>
                <a:cubicBezTo>
                  <a:pt x="46226" y="412996"/>
                  <a:pt x="0" y="366770"/>
                  <a:pt x="0" y="309747"/>
                </a:cubicBezTo>
                <a:lnTo>
                  <a:pt x="0" y="103249"/>
                </a:lnTo>
                <a:cubicBezTo>
                  <a:pt x="0" y="46226"/>
                  <a:pt x="46226" y="0"/>
                  <a:pt x="103249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837178" y="4016389"/>
            <a:ext cx="129061" cy="172082"/>
          </a:xfrm>
          <a:custGeom>
            <a:avLst/>
            <a:gdLst/>
            <a:ahLst/>
            <a:cxnLst/>
            <a:rect l="l" t="t" r="r" b="b"/>
            <a:pathLst>
              <a:path w="129061" h="172082">
                <a:moveTo>
                  <a:pt x="0" y="63388"/>
                </a:moveTo>
                <a:cubicBezTo>
                  <a:pt x="0" y="28367"/>
                  <a:pt x="28904" y="0"/>
                  <a:pt x="64531" y="0"/>
                </a:cubicBezTo>
                <a:cubicBezTo>
                  <a:pt x="100157" y="0"/>
                  <a:pt x="129061" y="28367"/>
                  <a:pt x="129061" y="63388"/>
                </a:cubicBezTo>
                <a:cubicBezTo>
                  <a:pt x="129061" y="103484"/>
                  <a:pt x="88662" y="151546"/>
                  <a:pt x="71790" y="169864"/>
                </a:cubicBezTo>
                <a:cubicBezTo>
                  <a:pt x="67824" y="174166"/>
                  <a:pt x="61203" y="174166"/>
                  <a:pt x="57237" y="169864"/>
                </a:cubicBezTo>
                <a:cubicBezTo>
                  <a:pt x="40365" y="151546"/>
                  <a:pt x="-34" y="103484"/>
                  <a:pt x="-34" y="63388"/>
                </a:cubicBezTo>
                <a:close/>
                <a:moveTo>
                  <a:pt x="64531" y="86041"/>
                </a:moveTo>
                <a:cubicBezTo>
                  <a:pt x="76403" y="86041"/>
                  <a:pt x="86041" y="76403"/>
                  <a:pt x="86041" y="64531"/>
                </a:cubicBezTo>
                <a:cubicBezTo>
                  <a:pt x="86041" y="52659"/>
                  <a:pt x="76403" y="43020"/>
                  <a:pt x="64531" y="43020"/>
                </a:cubicBezTo>
                <a:cubicBezTo>
                  <a:pt x="52659" y="43020"/>
                  <a:pt x="43020" y="52659"/>
                  <a:pt x="43020" y="64531"/>
                </a:cubicBezTo>
                <a:cubicBezTo>
                  <a:pt x="43020" y="76403"/>
                  <a:pt x="52659" y="86041"/>
                  <a:pt x="64531" y="86041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1245873" y="3895932"/>
            <a:ext cx="1213177" cy="240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9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City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45873" y="4136846"/>
            <a:ext cx="1195969" cy="172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8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Choose match venue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57545" y="4549843"/>
            <a:ext cx="5222685" cy="688327"/>
          </a:xfrm>
          <a:custGeom>
            <a:avLst/>
            <a:gdLst/>
            <a:ahLst/>
            <a:cxnLst/>
            <a:rect l="l" t="t" r="r" b="b"/>
            <a:pathLst>
              <a:path w="5222685" h="688327">
                <a:moveTo>
                  <a:pt x="103249" y="0"/>
                </a:moveTo>
                <a:lnTo>
                  <a:pt x="5119435" y="0"/>
                </a:lnTo>
                <a:cubicBezTo>
                  <a:pt x="5176458" y="0"/>
                  <a:pt x="5222685" y="46226"/>
                  <a:pt x="5222685" y="103249"/>
                </a:cubicBezTo>
                <a:lnTo>
                  <a:pt x="5222685" y="585078"/>
                </a:lnTo>
                <a:cubicBezTo>
                  <a:pt x="5222685" y="642101"/>
                  <a:pt x="5176458" y="688327"/>
                  <a:pt x="5119435" y="688327"/>
                </a:cubicBezTo>
                <a:lnTo>
                  <a:pt x="103249" y="688327"/>
                </a:lnTo>
                <a:cubicBezTo>
                  <a:pt x="46226" y="688327"/>
                  <a:pt x="0" y="642101"/>
                  <a:pt x="0" y="585078"/>
                </a:cubicBezTo>
                <a:lnTo>
                  <a:pt x="0" y="103249"/>
                </a:lnTo>
                <a:cubicBezTo>
                  <a:pt x="0" y="46226"/>
                  <a:pt x="46226" y="0"/>
                  <a:pt x="103249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5" name="Shape 23"/>
          <p:cNvSpPr/>
          <p:nvPr/>
        </p:nvSpPr>
        <p:spPr>
          <a:xfrm>
            <a:off x="695211" y="4687508"/>
            <a:ext cx="412996" cy="412996"/>
          </a:xfrm>
          <a:custGeom>
            <a:avLst/>
            <a:gdLst/>
            <a:ahLst/>
            <a:cxnLst/>
            <a:rect l="l" t="t" r="r" b="b"/>
            <a:pathLst>
              <a:path w="412996" h="412996">
                <a:moveTo>
                  <a:pt x="103249" y="0"/>
                </a:moveTo>
                <a:lnTo>
                  <a:pt x="309747" y="0"/>
                </a:lnTo>
                <a:cubicBezTo>
                  <a:pt x="366770" y="0"/>
                  <a:pt x="412996" y="46226"/>
                  <a:pt x="412996" y="103249"/>
                </a:cubicBezTo>
                <a:lnTo>
                  <a:pt x="412996" y="309747"/>
                </a:lnTo>
                <a:cubicBezTo>
                  <a:pt x="412996" y="366770"/>
                  <a:pt x="366770" y="412996"/>
                  <a:pt x="309747" y="412996"/>
                </a:cubicBezTo>
                <a:lnTo>
                  <a:pt x="103249" y="412996"/>
                </a:lnTo>
                <a:cubicBezTo>
                  <a:pt x="46226" y="412996"/>
                  <a:pt x="0" y="366770"/>
                  <a:pt x="0" y="309747"/>
                </a:cubicBezTo>
                <a:lnTo>
                  <a:pt x="0" y="103249"/>
                </a:lnTo>
                <a:cubicBezTo>
                  <a:pt x="0" y="46226"/>
                  <a:pt x="46226" y="0"/>
                  <a:pt x="103249" y="0"/>
                </a:cubicBezTo>
                <a:close/>
              </a:path>
            </a:pathLst>
          </a:custGeom>
          <a:solidFill>
            <a:srgbClr val="F97316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26423" y="4807966"/>
            <a:ext cx="150572" cy="172082"/>
          </a:xfrm>
          <a:custGeom>
            <a:avLst/>
            <a:gdLst/>
            <a:ahLst/>
            <a:cxnLst/>
            <a:rect l="l" t="t" r="r" b="b"/>
            <a:pathLst>
              <a:path w="150572" h="172082">
                <a:moveTo>
                  <a:pt x="86209" y="-10755"/>
                </a:moveTo>
                <a:cubicBezTo>
                  <a:pt x="96597" y="-10755"/>
                  <a:pt x="105030" y="-2322"/>
                  <a:pt x="105030" y="8066"/>
                </a:cubicBezTo>
                <a:cubicBezTo>
                  <a:pt x="105030" y="18454"/>
                  <a:pt x="96597" y="26888"/>
                  <a:pt x="86209" y="26888"/>
                </a:cubicBezTo>
                <a:cubicBezTo>
                  <a:pt x="75821" y="26888"/>
                  <a:pt x="67388" y="18454"/>
                  <a:pt x="67388" y="8066"/>
                </a:cubicBezTo>
                <a:cubicBezTo>
                  <a:pt x="67388" y="-2322"/>
                  <a:pt x="75821" y="-10755"/>
                  <a:pt x="86209" y="-10755"/>
                </a:cubicBezTo>
                <a:close/>
                <a:moveTo>
                  <a:pt x="41542" y="59153"/>
                </a:moveTo>
                <a:cubicBezTo>
                  <a:pt x="40433" y="59153"/>
                  <a:pt x="39458" y="59825"/>
                  <a:pt x="39055" y="60834"/>
                </a:cubicBezTo>
                <a:lnTo>
                  <a:pt x="31660" y="79285"/>
                </a:lnTo>
                <a:cubicBezTo>
                  <a:pt x="29442" y="84797"/>
                  <a:pt x="23191" y="87486"/>
                  <a:pt x="17679" y="85268"/>
                </a:cubicBezTo>
                <a:cubicBezTo>
                  <a:pt x="12167" y="83050"/>
                  <a:pt x="9478" y="76798"/>
                  <a:pt x="11696" y="71286"/>
                </a:cubicBezTo>
                <a:lnTo>
                  <a:pt x="19057" y="52835"/>
                </a:lnTo>
                <a:cubicBezTo>
                  <a:pt x="22754" y="43659"/>
                  <a:pt x="31627" y="37643"/>
                  <a:pt x="41542" y="37643"/>
                </a:cubicBezTo>
                <a:lnTo>
                  <a:pt x="74244" y="37643"/>
                </a:lnTo>
                <a:cubicBezTo>
                  <a:pt x="83823" y="37643"/>
                  <a:pt x="92662" y="42718"/>
                  <a:pt x="97468" y="50986"/>
                </a:cubicBezTo>
                <a:lnTo>
                  <a:pt x="108492" y="69908"/>
                </a:lnTo>
                <a:lnTo>
                  <a:pt x="129196" y="69908"/>
                </a:lnTo>
                <a:cubicBezTo>
                  <a:pt x="135145" y="69908"/>
                  <a:pt x="139951" y="74714"/>
                  <a:pt x="139951" y="80663"/>
                </a:cubicBezTo>
                <a:cubicBezTo>
                  <a:pt x="139951" y="86612"/>
                  <a:pt x="135145" y="91418"/>
                  <a:pt x="129196" y="91418"/>
                </a:cubicBezTo>
                <a:lnTo>
                  <a:pt x="108492" y="91418"/>
                </a:lnTo>
                <a:cubicBezTo>
                  <a:pt x="100829" y="91418"/>
                  <a:pt x="93771" y="87352"/>
                  <a:pt x="89906" y="80731"/>
                </a:cubicBezTo>
                <a:lnTo>
                  <a:pt x="86545" y="74983"/>
                </a:lnTo>
                <a:lnTo>
                  <a:pt x="79588" y="98645"/>
                </a:lnTo>
                <a:lnTo>
                  <a:pt x="104930" y="106240"/>
                </a:lnTo>
                <a:cubicBezTo>
                  <a:pt x="114240" y="109030"/>
                  <a:pt x="118978" y="119348"/>
                  <a:pt x="115046" y="128255"/>
                </a:cubicBezTo>
                <a:lnTo>
                  <a:pt x="96023" y="171074"/>
                </a:lnTo>
                <a:cubicBezTo>
                  <a:pt x="93603" y="176518"/>
                  <a:pt x="87251" y="178938"/>
                  <a:pt x="81840" y="176518"/>
                </a:cubicBezTo>
                <a:cubicBezTo>
                  <a:pt x="76429" y="174098"/>
                  <a:pt x="73975" y="167746"/>
                  <a:pt x="76395" y="162335"/>
                </a:cubicBezTo>
                <a:lnTo>
                  <a:pt x="92931" y="125095"/>
                </a:lnTo>
                <a:lnTo>
                  <a:pt x="60699" y="115416"/>
                </a:lnTo>
                <a:cubicBezTo>
                  <a:pt x="49709" y="112122"/>
                  <a:pt x="43222" y="100728"/>
                  <a:pt x="46012" y="89604"/>
                </a:cubicBezTo>
                <a:lnTo>
                  <a:pt x="53641" y="59153"/>
                </a:lnTo>
                <a:lnTo>
                  <a:pt x="41575" y="59153"/>
                </a:lnTo>
                <a:close/>
                <a:moveTo>
                  <a:pt x="38853" y="119987"/>
                </a:moveTo>
                <a:cubicBezTo>
                  <a:pt x="43323" y="124995"/>
                  <a:pt x="49171" y="128826"/>
                  <a:pt x="56061" y="130876"/>
                </a:cubicBezTo>
                <a:lnTo>
                  <a:pt x="57641" y="131347"/>
                </a:lnTo>
                <a:lnTo>
                  <a:pt x="55322" y="137834"/>
                </a:lnTo>
                <a:cubicBezTo>
                  <a:pt x="53372" y="143312"/>
                  <a:pt x="49944" y="148185"/>
                  <a:pt x="45474" y="151882"/>
                </a:cubicBezTo>
                <a:lnTo>
                  <a:pt x="17780" y="174703"/>
                </a:lnTo>
                <a:cubicBezTo>
                  <a:pt x="13209" y="178468"/>
                  <a:pt x="6419" y="177829"/>
                  <a:pt x="2655" y="173258"/>
                </a:cubicBezTo>
                <a:cubicBezTo>
                  <a:pt x="-1109" y="168687"/>
                  <a:pt x="-471" y="161898"/>
                  <a:pt x="4100" y="158134"/>
                </a:cubicBezTo>
                <a:lnTo>
                  <a:pt x="31795" y="135313"/>
                </a:lnTo>
                <a:cubicBezTo>
                  <a:pt x="33307" y="134069"/>
                  <a:pt x="34416" y="132456"/>
                  <a:pt x="35089" y="130641"/>
                </a:cubicBezTo>
                <a:lnTo>
                  <a:pt x="38853" y="119987"/>
                </a:ln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27" name="Text 25"/>
          <p:cNvSpPr/>
          <p:nvPr/>
        </p:nvSpPr>
        <p:spPr>
          <a:xfrm>
            <a:off x="1245873" y="4687508"/>
            <a:ext cx="1109928" cy="240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9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Current Score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45873" y="4928423"/>
            <a:ext cx="1092720" cy="172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8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 runs scored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57545" y="5341419"/>
            <a:ext cx="5222685" cy="688327"/>
          </a:xfrm>
          <a:custGeom>
            <a:avLst/>
            <a:gdLst/>
            <a:ahLst/>
            <a:cxnLst/>
            <a:rect l="l" t="t" r="r" b="b"/>
            <a:pathLst>
              <a:path w="5222685" h="688327">
                <a:moveTo>
                  <a:pt x="103249" y="0"/>
                </a:moveTo>
                <a:lnTo>
                  <a:pt x="5119435" y="0"/>
                </a:lnTo>
                <a:cubicBezTo>
                  <a:pt x="5176458" y="0"/>
                  <a:pt x="5222685" y="46226"/>
                  <a:pt x="5222685" y="103249"/>
                </a:cubicBezTo>
                <a:lnTo>
                  <a:pt x="5222685" y="585078"/>
                </a:lnTo>
                <a:cubicBezTo>
                  <a:pt x="5222685" y="642101"/>
                  <a:pt x="5176458" y="688327"/>
                  <a:pt x="5119435" y="688327"/>
                </a:cubicBezTo>
                <a:lnTo>
                  <a:pt x="103249" y="688327"/>
                </a:lnTo>
                <a:cubicBezTo>
                  <a:pt x="46226" y="688327"/>
                  <a:pt x="0" y="642101"/>
                  <a:pt x="0" y="585078"/>
                </a:cubicBezTo>
                <a:lnTo>
                  <a:pt x="0" y="103249"/>
                </a:lnTo>
                <a:cubicBezTo>
                  <a:pt x="0" y="46226"/>
                  <a:pt x="46226" y="0"/>
                  <a:pt x="103249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0" name="Shape 28"/>
          <p:cNvSpPr/>
          <p:nvPr/>
        </p:nvSpPr>
        <p:spPr>
          <a:xfrm>
            <a:off x="695211" y="5479085"/>
            <a:ext cx="412996" cy="412996"/>
          </a:xfrm>
          <a:custGeom>
            <a:avLst/>
            <a:gdLst/>
            <a:ahLst/>
            <a:cxnLst/>
            <a:rect l="l" t="t" r="r" b="b"/>
            <a:pathLst>
              <a:path w="412996" h="412996">
                <a:moveTo>
                  <a:pt x="103249" y="0"/>
                </a:moveTo>
                <a:lnTo>
                  <a:pt x="309747" y="0"/>
                </a:lnTo>
                <a:cubicBezTo>
                  <a:pt x="366770" y="0"/>
                  <a:pt x="412996" y="46226"/>
                  <a:pt x="412996" y="103249"/>
                </a:cubicBezTo>
                <a:lnTo>
                  <a:pt x="412996" y="309747"/>
                </a:lnTo>
                <a:cubicBezTo>
                  <a:pt x="412996" y="366770"/>
                  <a:pt x="366770" y="412996"/>
                  <a:pt x="309747" y="412996"/>
                </a:cubicBezTo>
                <a:lnTo>
                  <a:pt x="103249" y="412996"/>
                </a:lnTo>
                <a:cubicBezTo>
                  <a:pt x="46226" y="412996"/>
                  <a:pt x="0" y="366770"/>
                  <a:pt x="0" y="309747"/>
                </a:cubicBezTo>
                <a:lnTo>
                  <a:pt x="0" y="103249"/>
                </a:lnTo>
                <a:cubicBezTo>
                  <a:pt x="0" y="46226"/>
                  <a:pt x="46226" y="0"/>
                  <a:pt x="103249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15668" y="5599542"/>
            <a:ext cx="172082" cy="172082"/>
          </a:xfrm>
          <a:custGeom>
            <a:avLst/>
            <a:gdLst/>
            <a:ahLst/>
            <a:cxnLst/>
            <a:rect l="l" t="t" r="r" b="b"/>
            <a:pathLst>
              <a:path w="172082" h="172082">
                <a:moveTo>
                  <a:pt x="86041" y="0"/>
                </a:moveTo>
                <a:cubicBezTo>
                  <a:pt x="133528" y="0"/>
                  <a:pt x="172082" y="38554"/>
                  <a:pt x="172082" y="86041"/>
                </a:cubicBezTo>
                <a:cubicBezTo>
                  <a:pt x="172082" y="133528"/>
                  <a:pt x="133528" y="172082"/>
                  <a:pt x="86041" y="172082"/>
                </a:cubicBezTo>
                <a:cubicBezTo>
                  <a:pt x="38554" y="172082"/>
                  <a:pt x="0" y="133528"/>
                  <a:pt x="0" y="86041"/>
                </a:cubicBezTo>
                <a:cubicBezTo>
                  <a:pt x="0" y="38554"/>
                  <a:pt x="38554" y="0"/>
                  <a:pt x="86041" y="0"/>
                </a:cubicBezTo>
                <a:close/>
                <a:moveTo>
                  <a:pt x="77975" y="40332"/>
                </a:moveTo>
                <a:lnTo>
                  <a:pt x="77975" y="86041"/>
                </a:lnTo>
                <a:cubicBezTo>
                  <a:pt x="77975" y="88730"/>
                  <a:pt x="79319" y="91250"/>
                  <a:pt x="81571" y="92763"/>
                </a:cubicBezTo>
                <a:lnTo>
                  <a:pt x="113836" y="114273"/>
                </a:lnTo>
                <a:cubicBezTo>
                  <a:pt x="117533" y="116760"/>
                  <a:pt x="122541" y="115752"/>
                  <a:pt x="125028" y="112021"/>
                </a:cubicBezTo>
                <a:cubicBezTo>
                  <a:pt x="127515" y="108291"/>
                  <a:pt x="126507" y="103316"/>
                  <a:pt x="122776" y="100829"/>
                </a:cubicBezTo>
                <a:lnTo>
                  <a:pt x="94107" y="81739"/>
                </a:lnTo>
                <a:lnTo>
                  <a:pt x="94107" y="40332"/>
                </a:lnTo>
                <a:cubicBezTo>
                  <a:pt x="94107" y="35862"/>
                  <a:pt x="90511" y="32265"/>
                  <a:pt x="86041" y="32265"/>
                </a:cubicBezTo>
                <a:cubicBezTo>
                  <a:pt x="81571" y="32265"/>
                  <a:pt x="77975" y="35862"/>
                  <a:pt x="77975" y="40332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2" name="Text 30"/>
          <p:cNvSpPr/>
          <p:nvPr/>
        </p:nvSpPr>
        <p:spPr>
          <a:xfrm>
            <a:off x="1245873" y="5479085"/>
            <a:ext cx="1282010" cy="240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9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Overs Bowled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45873" y="5719999"/>
            <a:ext cx="1264802" cy="172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8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 completed overs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02153" y="1242431"/>
            <a:ext cx="5642564" cy="2622528"/>
          </a:xfrm>
          <a:custGeom>
            <a:avLst/>
            <a:gdLst/>
            <a:ahLst/>
            <a:cxnLst/>
            <a:rect l="l" t="t" r="r" b="b"/>
            <a:pathLst>
              <a:path w="5642564" h="2622528">
                <a:moveTo>
                  <a:pt x="137656" y="0"/>
                </a:moveTo>
                <a:lnTo>
                  <a:pt x="5504908" y="0"/>
                </a:lnTo>
                <a:cubicBezTo>
                  <a:pt x="5580933" y="0"/>
                  <a:pt x="5642564" y="61631"/>
                  <a:pt x="5642564" y="137656"/>
                </a:cubicBezTo>
                <a:lnTo>
                  <a:pt x="5642564" y="2484871"/>
                </a:lnTo>
                <a:cubicBezTo>
                  <a:pt x="5642564" y="2560897"/>
                  <a:pt x="5580933" y="2622528"/>
                  <a:pt x="5504908" y="2622528"/>
                </a:cubicBezTo>
                <a:lnTo>
                  <a:pt x="137656" y="2622528"/>
                </a:lnTo>
                <a:cubicBezTo>
                  <a:pt x="61682" y="2622528"/>
                  <a:pt x="0" y="2560846"/>
                  <a:pt x="0" y="2484871"/>
                </a:cubicBezTo>
                <a:lnTo>
                  <a:pt x="0" y="137656"/>
                </a:lnTo>
                <a:cubicBezTo>
                  <a:pt x="0" y="61631"/>
                  <a:pt x="61631" y="0"/>
                  <a:pt x="137656" y="0"/>
                </a:cubicBezTo>
                <a:close/>
              </a:path>
            </a:pathLst>
          </a:custGeom>
          <a:solidFill>
            <a:srgbClr val="1E293B"/>
          </a:solidFill>
          <a:ln w="10160">
            <a:solidFill>
              <a:srgbClr val="F97316">
                <a:alpha val="30196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12093" y="1452369"/>
            <a:ext cx="550662" cy="550662"/>
          </a:xfrm>
          <a:custGeom>
            <a:avLst/>
            <a:gdLst/>
            <a:ahLst/>
            <a:cxnLst/>
            <a:rect l="l" t="t" r="r" b="b"/>
            <a:pathLst>
              <a:path w="550662" h="550662">
                <a:moveTo>
                  <a:pt x="137665" y="0"/>
                </a:moveTo>
                <a:lnTo>
                  <a:pt x="412996" y="0"/>
                </a:lnTo>
                <a:cubicBezTo>
                  <a:pt x="489027" y="0"/>
                  <a:pt x="550662" y="61635"/>
                  <a:pt x="550662" y="137665"/>
                </a:cubicBezTo>
                <a:lnTo>
                  <a:pt x="550662" y="412996"/>
                </a:lnTo>
                <a:cubicBezTo>
                  <a:pt x="550662" y="489027"/>
                  <a:pt x="489027" y="550662"/>
                  <a:pt x="412996" y="550662"/>
                </a:cubicBezTo>
                <a:lnTo>
                  <a:pt x="137665" y="550662"/>
                </a:lnTo>
                <a:cubicBezTo>
                  <a:pt x="61635" y="550662"/>
                  <a:pt x="0" y="489027"/>
                  <a:pt x="0" y="412996"/>
                </a:cubicBezTo>
                <a:lnTo>
                  <a:pt x="0" y="137665"/>
                </a:lnTo>
                <a:cubicBezTo>
                  <a:pt x="0" y="61635"/>
                  <a:pt x="61635" y="0"/>
                  <a:pt x="137665" y="0"/>
                </a:cubicBezTo>
                <a:close/>
              </a:path>
            </a:pathLst>
          </a:custGeom>
          <a:solidFill>
            <a:srgbClr val="F97316"/>
          </a:soli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544381" y="1598639"/>
            <a:ext cx="290388" cy="258123"/>
          </a:xfrm>
          <a:custGeom>
            <a:avLst/>
            <a:gdLst/>
            <a:ahLst/>
            <a:cxnLst/>
            <a:rect l="l" t="t" r="r" b="b"/>
            <a:pathLst>
              <a:path w="290388" h="258123">
                <a:moveTo>
                  <a:pt x="32265" y="32265"/>
                </a:moveTo>
                <a:cubicBezTo>
                  <a:pt x="14469" y="32265"/>
                  <a:pt x="0" y="46734"/>
                  <a:pt x="0" y="64531"/>
                </a:cubicBezTo>
                <a:lnTo>
                  <a:pt x="0" y="193592"/>
                </a:lnTo>
                <a:cubicBezTo>
                  <a:pt x="0" y="211388"/>
                  <a:pt x="14469" y="225857"/>
                  <a:pt x="32265" y="225857"/>
                </a:cubicBezTo>
                <a:lnTo>
                  <a:pt x="258123" y="225857"/>
                </a:lnTo>
                <a:cubicBezTo>
                  <a:pt x="275919" y="225857"/>
                  <a:pt x="290388" y="211388"/>
                  <a:pt x="290388" y="193592"/>
                </a:cubicBezTo>
                <a:lnTo>
                  <a:pt x="290388" y="64531"/>
                </a:lnTo>
                <a:cubicBezTo>
                  <a:pt x="290388" y="46734"/>
                  <a:pt x="275919" y="32265"/>
                  <a:pt x="258123" y="32265"/>
                </a:cubicBezTo>
                <a:lnTo>
                  <a:pt x="32265" y="32265"/>
                </a:lnTo>
                <a:close/>
                <a:moveTo>
                  <a:pt x="40332" y="64531"/>
                </a:moveTo>
                <a:lnTo>
                  <a:pt x="56464" y="64531"/>
                </a:lnTo>
                <a:cubicBezTo>
                  <a:pt x="60901" y="64531"/>
                  <a:pt x="64531" y="68161"/>
                  <a:pt x="64531" y="72597"/>
                </a:cubicBezTo>
                <a:lnTo>
                  <a:pt x="64531" y="88730"/>
                </a:lnTo>
                <a:cubicBezTo>
                  <a:pt x="64531" y="93166"/>
                  <a:pt x="60901" y="96796"/>
                  <a:pt x="56464" y="96796"/>
                </a:cubicBezTo>
                <a:lnTo>
                  <a:pt x="40332" y="96796"/>
                </a:lnTo>
                <a:cubicBezTo>
                  <a:pt x="35895" y="96796"/>
                  <a:pt x="32265" y="93166"/>
                  <a:pt x="32265" y="88730"/>
                </a:cubicBezTo>
                <a:lnTo>
                  <a:pt x="32265" y="72597"/>
                </a:lnTo>
                <a:cubicBezTo>
                  <a:pt x="32265" y="68161"/>
                  <a:pt x="35895" y="64531"/>
                  <a:pt x="40332" y="64531"/>
                </a:cubicBezTo>
                <a:close/>
                <a:moveTo>
                  <a:pt x="32265" y="120995"/>
                </a:moveTo>
                <a:cubicBezTo>
                  <a:pt x="32265" y="116559"/>
                  <a:pt x="35895" y="112929"/>
                  <a:pt x="40332" y="112929"/>
                </a:cubicBezTo>
                <a:lnTo>
                  <a:pt x="56464" y="112929"/>
                </a:lnTo>
                <a:cubicBezTo>
                  <a:pt x="60901" y="112929"/>
                  <a:pt x="64531" y="116559"/>
                  <a:pt x="64531" y="120995"/>
                </a:cubicBezTo>
                <a:lnTo>
                  <a:pt x="64531" y="137128"/>
                </a:lnTo>
                <a:cubicBezTo>
                  <a:pt x="64531" y="141564"/>
                  <a:pt x="60901" y="145194"/>
                  <a:pt x="56464" y="145194"/>
                </a:cubicBezTo>
                <a:lnTo>
                  <a:pt x="40332" y="145194"/>
                </a:lnTo>
                <a:cubicBezTo>
                  <a:pt x="35895" y="145194"/>
                  <a:pt x="32265" y="141564"/>
                  <a:pt x="32265" y="137128"/>
                </a:cubicBezTo>
                <a:lnTo>
                  <a:pt x="32265" y="120995"/>
                </a:lnTo>
                <a:close/>
                <a:moveTo>
                  <a:pt x="88730" y="64531"/>
                </a:moveTo>
                <a:lnTo>
                  <a:pt x="104862" y="64531"/>
                </a:lnTo>
                <a:cubicBezTo>
                  <a:pt x="109299" y="64531"/>
                  <a:pt x="112929" y="68161"/>
                  <a:pt x="112929" y="72597"/>
                </a:cubicBezTo>
                <a:lnTo>
                  <a:pt x="112929" y="88730"/>
                </a:lnTo>
                <a:cubicBezTo>
                  <a:pt x="112929" y="93166"/>
                  <a:pt x="109299" y="96796"/>
                  <a:pt x="104862" y="96796"/>
                </a:cubicBezTo>
                <a:lnTo>
                  <a:pt x="88730" y="96796"/>
                </a:lnTo>
                <a:cubicBezTo>
                  <a:pt x="84293" y="96796"/>
                  <a:pt x="80663" y="93166"/>
                  <a:pt x="80663" y="88730"/>
                </a:cubicBezTo>
                <a:lnTo>
                  <a:pt x="80663" y="72597"/>
                </a:lnTo>
                <a:cubicBezTo>
                  <a:pt x="80663" y="68161"/>
                  <a:pt x="84293" y="64531"/>
                  <a:pt x="88730" y="64531"/>
                </a:cubicBezTo>
                <a:close/>
                <a:moveTo>
                  <a:pt x="80663" y="120995"/>
                </a:moveTo>
                <a:cubicBezTo>
                  <a:pt x="80663" y="116559"/>
                  <a:pt x="84293" y="112929"/>
                  <a:pt x="88730" y="112929"/>
                </a:cubicBezTo>
                <a:lnTo>
                  <a:pt x="104862" y="112929"/>
                </a:lnTo>
                <a:cubicBezTo>
                  <a:pt x="109299" y="112929"/>
                  <a:pt x="112929" y="116559"/>
                  <a:pt x="112929" y="120995"/>
                </a:cubicBezTo>
                <a:lnTo>
                  <a:pt x="112929" y="137128"/>
                </a:lnTo>
                <a:cubicBezTo>
                  <a:pt x="112929" y="141564"/>
                  <a:pt x="109299" y="145194"/>
                  <a:pt x="104862" y="145194"/>
                </a:cubicBezTo>
                <a:lnTo>
                  <a:pt x="88730" y="145194"/>
                </a:lnTo>
                <a:cubicBezTo>
                  <a:pt x="84293" y="145194"/>
                  <a:pt x="80663" y="141564"/>
                  <a:pt x="80663" y="137128"/>
                </a:cubicBezTo>
                <a:lnTo>
                  <a:pt x="80663" y="120995"/>
                </a:lnTo>
                <a:close/>
                <a:moveTo>
                  <a:pt x="88730" y="161327"/>
                </a:moveTo>
                <a:lnTo>
                  <a:pt x="201658" y="161327"/>
                </a:lnTo>
                <a:cubicBezTo>
                  <a:pt x="206095" y="161327"/>
                  <a:pt x="209725" y="164957"/>
                  <a:pt x="209725" y="169393"/>
                </a:cubicBezTo>
                <a:lnTo>
                  <a:pt x="209725" y="185526"/>
                </a:lnTo>
                <a:cubicBezTo>
                  <a:pt x="209725" y="189962"/>
                  <a:pt x="206095" y="193592"/>
                  <a:pt x="201658" y="193592"/>
                </a:cubicBezTo>
                <a:lnTo>
                  <a:pt x="88730" y="193592"/>
                </a:lnTo>
                <a:cubicBezTo>
                  <a:pt x="84293" y="193592"/>
                  <a:pt x="80663" y="189962"/>
                  <a:pt x="80663" y="185526"/>
                </a:cubicBezTo>
                <a:lnTo>
                  <a:pt x="80663" y="169393"/>
                </a:lnTo>
                <a:cubicBezTo>
                  <a:pt x="80663" y="164957"/>
                  <a:pt x="84293" y="161327"/>
                  <a:pt x="88730" y="161327"/>
                </a:cubicBezTo>
                <a:close/>
                <a:moveTo>
                  <a:pt x="129061" y="72597"/>
                </a:moveTo>
                <a:cubicBezTo>
                  <a:pt x="129061" y="68161"/>
                  <a:pt x="132691" y="64531"/>
                  <a:pt x="137128" y="64531"/>
                </a:cubicBezTo>
                <a:lnTo>
                  <a:pt x="153260" y="64531"/>
                </a:lnTo>
                <a:cubicBezTo>
                  <a:pt x="157697" y="64531"/>
                  <a:pt x="161327" y="68161"/>
                  <a:pt x="161327" y="72597"/>
                </a:cubicBezTo>
                <a:lnTo>
                  <a:pt x="161327" y="88730"/>
                </a:lnTo>
                <a:cubicBezTo>
                  <a:pt x="161327" y="93166"/>
                  <a:pt x="157697" y="96796"/>
                  <a:pt x="153260" y="96796"/>
                </a:cubicBezTo>
                <a:lnTo>
                  <a:pt x="137128" y="96796"/>
                </a:lnTo>
                <a:cubicBezTo>
                  <a:pt x="132691" y="96796"/>
                  <a:pt x="129061" y="93166"/>
                  <a:pt x="129061" y="88730"/>
                </a:cubicBezTo>
                <a:lnTo>
                  <a:pt x="129061" y="72597"/>
                </a:lnTo>
                <a:close/>
                <a:moveTo>
                  <a:pt x="137128" y="112929"/>
                </a:moveTo>
                <a:lnTo>
                  <a:pt x="153260" y="112929"/>
                </a:lnTo>
                <a:cubicBezTo>
                  <a:pt x="157697" y="112929"/>
                  <a:pt x="161327" y="116559"/>
                  <a:pt x="161327" y="120995"/>
                </a:cubicBezTo>
                <a:lnTo>
                  <a:pt x="161327" y="137128"/>
                </a:lnTo>
                <a:cubicBezTo>
                  <a:pt x="161327" y="141564"/>
                  <a:pt x="157697" y="145194"/>
                  <a:pt x="153260" y="145194"/>
                </a:cubicBezTo>
                <a:lnTo>
                  <a:pt x="137128" y="145194"/>
                </a:lnTo>
                <a:cubicBezTo>
                  <a:pt x="132691" y="145194"/>
                  <a:pt x="129061" y="141564"/>
                  <a:pt x="129061" y="137128"/>
                </a:cubicBezTo>
                <a:lnTo>
                  <a:pt x="129061" y="120995"/>
                </a:lnTo>
                <a:cubicBezTo>
                  <a:pt x="129061" y="116559"/>
                  <a:pt x="132691" y="112929"/>
                  <a:pt x="137128" y="112929"/>
                </a:cubicBezTo>
                <a:close/>
                <a:moveTo>
                  <a:pt x="177459" y="72597"/>
                </a:moveTo>
                <a:cubicBezTo>
                  <a:pt x="177459" y="68161"/>
                  <a:pt x="181089" y="64531"/>
                  <a:pt x="185526" y="64531"/>
                </a:cubicBezTo>
                <a:lnTo>
                  <a:pt x="201658" y="64531"/>
                </a:lnTo>
                <a:cubicBezTo>
                  <a:pt x="206095" y="64531"/>
                  <a:pt x="209725" y="68161"/>
                  <a:pt x="209725" y="72597"/>
                </a:cubicBezTo>
                <a:lnTo>
                  <a:pt x="209725" y="88730"/>
                </a:lnTo>
                <a:cubicBezTo>
                  <a:pt x="209725" y="93166"/>
                  <a:pt x="206095" y="96796"/>
                  <a:pt x="201658" y="96796"/>
                </a:cubicBezTo>
                <a:lnTo>
                  <a:pt x="185526" y="96796"/>
                </a:lnTo>
                <a:cubicBezTo>
                  <a:pt x="181089" y="96796"/>
                  <a:pt x="177459" y="93166"/>
                  <a:pt x="177459" y="88730"/>
                </a:cubicBezTo>
                <a:lnTo>
                  <a:pt x="177459" y="72597"/>
                </a:lnTo>
                <a:close/>
                <a:moveTo>
                  <a:pt x="185526" y="112929"/>
                </a:moveTo>
                <a:lnTo>
                  <a:pt x="201658" y="112929"/>
                </a:lnTo>
                <a:cubicBezTo>
                  <a:pt x="206095" y="112929"/>
                  <a:pt x="209725" y="116559"/>
                  <a:pt x="209725" y="120995"/>
                </a:cubicBezTo>
                <a:lnTo>
                  <a:pt x="209725" y="137128"/>
                </a:lnTo>
                <a:cubicBezTo>
                  <a:pt x="209725" y="141564"/>
                  <a:pt x="206095" y="145194"/>
                  <a:pt x="201658" y="145194"/>
                </a:cubicBezTo>
                <a:lnTo>
                  <a:pt x="185526" y="145194"/>
                </a:lnTo>
                <a:cubicBezTo>
                  <a:pt x="181089" y="145194"/>
                  <a:pt x="177459" y="141564"/>
                  <a:pt x="177459" y="137128"/>
                </a:cubicBezTo>
                <a:lnTo>
                  <a:pt x="177459" y="120995"/>
                </a:lnTo>
                <a:cubicBezTo>
                  <a:pt x="177459" y="116559"/>
                  <a:pt x="181089" y="112929"/>
                  <a:pt x="185526" y="112929"/>
                </a:cubicBezTo>
                <a:close/>
                <a:moveTo>
                  <a:pt x="225857" y="72597"/>
                </a:moveTo>
                <a:cubicBezTo>
                  <a:pt x="225857" y="68161"/>
                  <a:pt x="229487" y="64531"/>
                  <a:pt x="233924" y="64531"/>
                </a:cubicBezTo>
                <a:lnTo>
                  <a:pt x="250056" y="64531"/>
                </a:lnTo>
                <a:cubicBezTo>
                  <a:pt x="254493" y="64531"/>
                  <a:pt x="258123" y="68161"/>
                  <a:pt x="258123" y="72597"/>
                </a:cubicBezTo>
                <a:lnTo>
                  <a:pt x="258123" y="88730"/>
                </a:lnTo>
                <a:cubicBezTo>
                  <a:pt x="258123" y="93166"/>
                  <a:pt x="254493" y="96796"/>
                  <a:pt x="250056" y="96796"/>
                </a:cubicBezTo>
                <a:lnTo>
                  <a:pt x="233924" y="96796"/>
                </a:lnTo>
                <a:cubicBezTo>
                  <a:pt x="229487" y="96796"/>
                  <a:pt x="225857" y="93166"/>
                  <a:pt x="225857" y="88730"/>
                </a:cubicBezTo>
                <a:lnTo>
                  <a:pt x="225857" y="72597"/>
                </a:lnTo>
                <a:close/>
                <a:moveTo>
                  <a:pt x="233924" y="112929"/>
                </a:moveTo>
                <a:lnTo>
                  <a:pt x="250056" y="112929"/>
                </a:lnTo>
                <a:cubicBezTo>
                  <a:pt x="254493" y="112929"/>
                  <a:pt x="258123" y="116559"/>
                  <a:pt x="258123" y="120995"/>
                </a:cubicBezTo>
                <a:lnTo>
                  <a:pt x="258123" y="137128"/>
                </a:lnTo>
                <a:cubicBezTo>
                  <a:pt x="258123" y="141564"/>
                  <a:pt x="254493" y="145194"/>
                  <a:pt x="250056" y="145194"/>
                </a:cubicBezTo>
                <a:lnTo>
                  <a:pt x="233924" y="145194"/>
                </a:lnTo>
                <a:cubicBezTo>
                  <a:pt x="229487" y="145194"/>
                  <a:pt x="225857" y="141564"/>
                  <a:pt x="225857" y="137128"/>
                </a:cubicBezTo>
                <a:lnTo>
                  <a:pt x="225857" y="120995"/>
                </a:lnTo>
                <a:cubicBezTo>
                  <a:pt x="225857" y="116559"/>
                  <a:pt x="229487" y="112929"/>
                  <a:pt x="233924" y="112929"/>
                </a:cubicBezTo>
                <a:close/>
              </a:path>
            </a:pathLst>
          </a:custGeom>
          <a:solidFill>
            <a:srgbClr val="F8FAFC"/>
          </a:solidFill>
          <a:ln/>
        </p:spPr>
      </p:sp>
      <p:sp>
        <p:nvSpPr>
          <p:cNvPr id="37" name="Text 35"/>
          <p:cNvSpPr/>
          <p:nvPr/>
        </p:nvSpPr>
        <p:spPr>
          <a:xfrm>
            <a:off x="7100420" y="1572827"/>
            <a:ext cx="1591757" cy="309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32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More Inputs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12093" y="2175113"/>
            <a:ext cx="5222685" cy="688327"/>
          </a:xfrm>
          <a:custGeom>
            <a:avLst/>
            <a:gdLst/>
            <a:ahLst/>
            <a:cxnLst/>
            <a:rect l="l" t="t" r="r" b="b"/>
            <a:pathLst>
              <a:path w="5222685" h="688327">
                <a:moveTo>
                  <a:pt x="103249" y="0"/>
                </a:moveTo>
                <a:lnTo>
                  <a:pt x="5119435" y="0"/>
                </a:lnTo>
                <a:cubicBezTo>
                  <a:pt x="5176458" y="0"/>
                  <a:pt x="5222685" y="46226"/>
                  <a:pt x="5222685" y="103249"/>
                </a:cubicBezTo>
                <a:lnTo>
                  <a:pt x="5222685" y="585078"/>
                </a:lnTo>
                <a:cubicBezTo>
                  <a:pt x="5222685" y="642101"/>
                  <a:pt x="5176458" y="688327"/>
                  <a:pt x="5119435" y="688327"/>
                </a:cubicBezTo>
                <a:lnTo>
                  <a:pt x="103249" y="688327"/>
                </a:lnTo>
                <a:cubicBezTo>
                  <a:pt x="46226" y="688327"/>
                  <a:pt x="0" y="642101"/>
                  <a:pt x="0" y="585078"/>
                </a:cubicBezTo>
                <a:lnTo>
                  <a:pt x="0" y="103249"/>
                </a:lnTo>
                <a:cubicBezTo>
                  <a:pt x="0" y="46226"/>
                  <a:pt x="46226" y="0"/>
                  <a:pt x="103249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9" name="Shape 37"/>
          <p:cNvSpPr/>
          <p:nvPr/>
        </p:nvSpPr>
        <p:spPr>
          <a:xfrm>
            <a:off x="6549758" y="2312779"/>
            <a:ext cx="412996" cy="412996"/>
          </a:xfrm>
          <a:custGeom>
            <a:avLst/>
            <a:gdLst/>
            <a:ahLst/>
            <a:cxnLst/>
            <a:rect l="l" t="t" r="r" b="b"/>
            <a:pathLst>
              <a:path w="412996" h="412996">
                <a:moveTo>
                  <a:pt x="103249" y="0"/>
                </a:moveTo>
                <a:lnTo>
                  <a:pt x="309747" y="0"/>
                </a:lnTo>
                <a:cubicBezTo>
                  <a:pt x="366770" y="0"/>
                  <a:pt x="412996" y="46226"/>
                  <a:pt x="412996" y="103249"/>
                </a:cubicBezTo>
                <a:lnTo>
                  <a:pt x="412996" y="309747"/>
                </a:lnTo>
                <a:cubicBezTo>
                  <a:pt x="412996" y="366770"/>
                  <a:pt x="366770" y="412996"/>
                  <a:pt x="309747" y="412996"/>
                </a:cubicBezTo>
                <a:lnTo>
                  <a:pt x="103249" y="412996"/>
                </a:lnTo>
                <a:cubicBezTo>
                  <a:pt x="46226" y="412996"/>
                  <a:pt x="0" y="366770"/>
                  <a:pt x="0" y="309747"/>
                </a:cubicBezTo>
                <a:lnTo>
                  <a:pt x="0" y="103249"/>
                </a:lnTo>
                <a:cubicBezTo>
                  <a:pt x="0" y="46226"/>
                  <a:pt x="46226" y="0"/>
                  <a:pt x="103249" y="0"/>
                </a:cubicBezTo>
                <a:close/>
              </a:path>
            </a:pathLst>
          </a:custGeom>
          <a:solidFill>
            <a:srgbClr val="F97316">
              <a:alpha val="2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670216" y="2433236"/>
            <a:ext cx="172082" cy="172082"/>
          </a:xfrm>
          <a:custGeom>
            <a:avLst/>
            <a:gdLst/>
            <a:ahLst/>
            <a:cxnLst/>
            <a:rect l="l" t="t" r="r" b="b"/>
            <a:pathLst>
              <a:path w="172082" h="172082">
                <a:moveTo>
                  <a:pt x="86041" y="172082"/>
                </a:moveTo>
                <a:cubicBezTo>
                  <a:pt x="133528" y="172082"/>
                  <a:pt x="172082" y="133528"/>
                  <a:pt x="172082" y="86041"/>
                </a:cubicBezTo>
                <a:cubicBezTo>
                  <a:pt x="172082" y="38554"/>
                  <a:pt x="133528" y="0"/>
                  <a:pt x="86041" y="0"/>
                </a:cubicBezTo>
                <a:cubicBezTo>
                  <a:pt x="38554" y="0"/>
                  <a:pt x="0" y="38554"/>
                  <a:pt x="0" y="86041"/>
                </a:cubicBezTo>
                <a:cubicBezTo>
                  <a:pt x="0" y="133528"/>
                  <a:pt x="38554" y="172082"/>
                  <a:pt x="86041" y="172082"/>
                </a:cubicBezTo>
                <a:close/>
                <a:moveTo>
                  <a:pt x="56128" y="56128"/>
                </a:moveTo>
                <a:cubicBezTo>
                  <a:pt x="59288" y="52969"/>
                  <a:pt x="64396" y="52969"/>
                  <a:pt x="67522" y="56128"/>
                </a:cubicBezTo>
                <a:lnTo>
                  <a:pt x="86007" y="74614"/>
                </a:lnTo>
                <a:lnTo>
                  <a:pt x="104493" y="56128"/>
                </a:lnTo>
                <a:cubicBezTo>
                  <a:pt x="107652" y="52969"/>
                  <a:pt x="112761" y="52969"/>
                  <a:pt x="115886" y="56128"/>
                </a:cubicBezTo>
                <a:cubicBezTo>
                  <a:pt x="119012" y="59288"/>
                  <a:pt x="119046" y="64396"/>
                  <a:pt x="115886" y="67522"/>
                </a:cubicBezTo>
                <a:lnTo>
                  <a:pt x="97401" y="86007"/>
                </a:lnTo>
                <a:lnTo>
                  <a:pt x="115886" y="104493"/>
                </a:lnTo>
                <a:cubicBezTo>
                  <a:pt x="119046" y="107652"/>
                  <a:pt x="119046" y="112761"/>
                  <a:pt x="115886" y="115886"/>
                </a:cubicBezTo>
                <a:cubicBezTo>
                  <a:pt x="112727" y="119012"/>
                  <a:pt x="107618" y="119046"/>
                  <a:pt x="104493" y="115886"/>
                </a:cubicBezTo>
                <a:lnTo>
                  <a:pt x="86007" y="97401"/>
                </a:lnTo>
                <a:lnTo>
                  <a:pt x="67522" y="115886"/>
                </a:lnTo>
                <a:cubicBezTo>
                  <a:pt x="64363" y="119046"/>
                  <a:pt x="59254" y="119046"/>
                  <a:pt x="56128" y="115886"/>
                </a:cubicBezTo>
                <a:cubicBezTo>
                  <a:pt x="53003" y="112727"/>
                  <a:pt x="52969" y="107618"/>
                  <a:pt x="56128" y="104493"/>
                </a:cubicBezTo>
                <a:lnTo>
                  <a:pt x="74614" y="86007"/>
                </a:lnTo>
                <a:lnTo>
                  <a:pt x="56128" y="67522"/>
                </a:lnTo>
                <a:cubicBezTo>
                  <a:pt x="52969" y="64363"/>
                  <a:pt x="52969" y="59254"/>
                  <a:pt x="56128" y="56128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41" name="Text 39"/>
          <p:cNvSpPr/>
          <p:nvPr/>
        </p:nvSpPr>
        <p:spPr>
          <a:xfrm>
            <a:off x="7100420" y="2312779"/>
            <a:ext cx="1152948" cy="240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9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Wickets Fallen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100420" y="2553693"/>
            <a:ext cx="1135740" cy="172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8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 wickets lost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12093" y="2966690"/>
            <a:ext cx="5222685" cy="688327"/>
          </a:xfrm>
          <a:custGeom>
            <a:avLst/>
            <a:gdLst/>
            <a:ahLst/>
            <a:cxnLst/>
            <a:rect l="l" t="t" r="r" b="b"/>
            <a:pathLst>
              <a:path w="5222685" h="688327">
                <a:moveTo>
                  <a:pt x="103249" y="0"/>
                </a:moveTo>
                <a:lnTo>
                  <a:pt x="5119435" y="0"/>
                </a:lnTo>
                <a:cubicBezTo>
                  <a:pt x="5176458" y="0"/>
                  <a:pt x="5222685" y="46226"/>
                  <a:pt x="5222685" y="103249"/>
                </a:cubicBezTo>
                <a:lnTo>
                  <a:pt x="5222685" y="585078"/>
                </a:lnTo>
                <a:cubicBezTo>
                  <a:pt x="5222685" y="642101"/>
                  <a:pt x="5176458" y="688327"/>
                  <a:pt x="5119435" y="688327"/>
                </a:cubicBezTo>
                <a:lnTo>
                  <a:pt x="103249" y="688327"/>
                </a:lnTo>
                <a:cubicBezTo>
                  <a:pt x="46226" y="688327"/>
                  <a:pt x="0" y="642101"/>
                  <a:pt x="0" y="585078"/>
                </a:cubicBezTo>
                <a:lnTo>
                  <a:pt x="0" y="103249"/>
                </a:lnTo>
                <a:cubicBezTo>
                  <a:pt x="0" y="46226"/>
                  <a:pt x="46226" y="0"/>
                  <a:pt x="103249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44" name="Shape 42"/>
          <p:cNvSpPr/>
          <p:nvPr/>
        </p:nvSpPr>
        <p:spPr>
          <a:xfrm>
            <a:off x="6549758" y="3104355"/>
            <a:ext cx="412996" cy="412996"/>
          </a:xfrm>
          <a:custGeom>
            <a:avLst/>
            <a:gdLst/>
            <a:ahLst/>
            <a:cxnLst/>
            <a:rect l="l" t="t" r="r" b="b"/>
            <a:pathLst>
              <a:path w="412996" h="412996">
                <a:moveTo>
                  <a:pt x="103249" y="0"/>
                </a:moveTo>
                <a:lnTo>
                  <a:pt x="309747" y="0"/>
                </a:lnTo>
                <a:cubicBezTo>
                  <a:pt x="366770" y="0"/>
                  <a:pt x="412996" y="46226"/>
                  <a:pt x="412996" y="103249"/>
                </a:cubicBezTo>
                <a:lnTo>
                  <a:pt x="412996" y="309747"/>
                </a:lnTo>
                <a:cubicBezTo>
                  <a:pt x="412996" y="366770"/>
                  <a:pt x="366770" y="412996"/>
                  <a:pt x="309747" y="412996"/>
                </a:cubicBezTo>
                <a:lnTo>
                  <a:pt x="103249" y="412996"/>
                </a:lnTo>
                <a:cubicBezTo>
                  <a:pt x="46226" y="412996"/>
                  <a:pt x="0" y="366770"/>
                  <a:pt x="0" y="309747"/>
                </a:cubicBezTo>
                <a:lnTo>
                  <a:pt x="0" y="103249"/>
                </a:lnTo>
                <a:cubicBezTo>
                  <a:pt x="0" y="46226"/>
                  <a:pt x="46226" y="0"/>
                  <a:pt x="103249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659460" y="3224812"/>
            <a:ext cx="193592" cy="172082"/>
          </a:xfrm>
          <a:custGeom>
            <a:avLst/>
            <a:gdLst/>
            <a:ahLst/>
            <a:cxnLst/>
            <a:rect l="l" t="t" r="r" b="b"/>
            <a:pathLst>
              <a:path w="193592" h="172082">
                <a:moveTo>
                  <a:pt x="96796" y="21510"/>
                </a:moveTo>
                <a:cubicBezTo>
                  <a:pt x="132422" y="21510"/>
                  <a:pt x="161327" y="50415"/>
                  <a:pt x="161327" y="86041"/>
                </a:cubicBezTo>
                <a:cubicBezTo>
                  <a:pt x="161327" y="121667"/>
                  <a:pt x="132422" y="150572"/>
                  <a:pt x="96796" y="150572"/>
                </a:cubicBezTo>
                <a:cubicBezTo>
                  <a:pt x="74882" y="150572"/>
                  <a:pt x="55490" y="139648"/>
                  <a:pt x="43827" y="122911"/>
                </a:cubicBezTo>
                <a:cubicBezTo>
                  <a:pt x="40433" y="118037"/>
                  <a:pt x="33711" y="116861"/>
                  <a:pt x="28837" y="120256"/>
                </a:cubicBezTo>
                <a:cubicBezTo>
                  <a:pt x="23964" y="123650"/>
                  <a:pt x="22787" y="130372"/>
                  <a:pt x="26182" y="135246"/>
                </a:cubicBezTo>
                <a:cubicBezTo>
                  <a:pt x="41710" y="157495"/>
                  <a:pt x="67556" y="172082"/>
                  <a:pt x="96796" y="172082"/>
                </a:cubicBezTo>
                <a:cubicBezTo>
                  <a:pt x="144320" y="172082"/>
                  <a:pt x="182837" y="133565"/>
                  <a:pt x="182837" y="86041"/>
                </a:cubicBezTo>
                <a:cubicBezTo>
                  <a:pt x="182837" y="38517"/>
                  <a:pt x="144320" y="0"/>
                  <a:pt x="96796" y="0"/>
                </a:cubicBezTo>
                <a:cubicBezTo>
                  <a:pt x="67993" y="0"/>
                  <a:pt x="42516" y="14150"/>
                  <a:pt x="26888" y="35862"/>
                </a:cubicBezTo>
                <a:lnTo>
                  <a:pt x="26888" y="26888"/>
                </a:lnTo>
                <a:cubicBezTo>
                  <a:pt x="26888" y="20939"/>
                  <a:pt x="22082" y="16133"/>
                  <a:pt x="16133" y="16133"/>
                </a:cubicBezTo>
                <a:cubicBezTo>
                  <a:pt x="10184" y="16133"/>
                  <a:pt x="5378" y="20939"/>
                  <a:pt x="5378" y="26888"/>
                </a:cubicBezTo>
                <a:lnTo>
                  <a:pt x="5378" y="64531"/>
                </a:lnTo>
                <a:cubicBezTo>
                  <a:pt x="5378" y="70480"/>
                  <a:pt x="10184" y="75286"/>
                  <a:pt x="16133" y="75286"/>
                </a:cubicBezTo>
                <a:lnTo>
                  <a:pt x="24401" y="75286"/>
                </a:lnTo>
                <a:cubicBezTo>
                  <a:pt x="24569" y="75286"/>
                  <a:pt x="24737" y="75286"/>
                  <a:pt x="24905" y="75286"/>
                </a:cubicBezTo>
                <a:lnTo>
                  <a:pt x="53809" y="75286"/>
                </a:lnTo>
                <a:cubicBezTo>
                  <a:pt x="59758" y="75286"/>
                  <a:pt x="64564" y="70480"/>
                  <a:pt x="64564" y="64531"/>
                </a:cubicBezTo>
                <a:cubicBezTo>
                  <a:pt x="64564" y="58582"/>
                  <a:pt x="59758" y="53776"/>
                  <a:pt x="53809" y="53776"/>
                </a:cubicBezTo>
                <a:lnTo>
                  <a:pt x="40937" y="53776"/>
                </a:lnTo>
                <a:cubicBezTo>
                  <a:pt x="52061" y="34484"/>
                  <a:pt x="72933" y="21510"/>
                  <a:pt x="96796" y="21510"/>
                </a:cubicBezTo>
                <a:close/>
                <a:moveTo>
                  <a:pt x="104862" y="51087"/>
                </a:moveTo>
                <a:cubicBezTo>
                  <a:pt x="104862" y="46617"/>
                  <a:pt x="101266" y="43020"/>
                  <a:pt x="96796" y="43020"/>
                </a:cubicBezTo>
                <a:cubicBezTo>
                  <a:pt x="92326" y="43020"/>
                  <a:pt x="88730" y="46617"/>
                  <a:pt x="88730" y="51087"/>
                </a:cubicBezTo>
                <a:lnTo>
                  <a:pt x="88730" y="86041"/>
                </a:lnTo>
                <a:cubicBezTo>
                  <a:pt x="88730" y="88192"/>
                  <a:pt x="89570" y="90242"/>
                  <a:pt x="91082" y="91755"/>
                </a:cubicBezTo>
                <a:lnTo>
                  <a:pt x="115281" y="115954"/>
                </a:lnTo>
                <a:cubicBezTo>
                  <a:pt x="118441" y="119113"/>
                  <a:pt x="123549" y="119113"/>
                  <a:pt x="126675" y="115954"/>
                </a:cubicBezTo>
                <a:cubicBezTo>
                  <a:pt x="129801" y="112794"/>
                  <a:pt x="129834" y="107686"/>
                  <a:pt x="126675" y="104560"/>
                </a:cubicBezTo>
                <a:lnTo>
                  <a:pt x="104829" y="82714"/>
                </a:lnTo>
                <a:lnTo>
                  <a:pt x="104829" y="51087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6" name="Text 44"/>
          <p:cNvSpPr/>
          <p:nvPr/>
        </p:nvSpPr>
        <p:spPr>
          <a:xfrm>
            <a:off x="7100420" y="3104355"/>
            <a:ext cx="1617570" cy="240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9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Runs in Last 5 Overs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100420" y="3345270"/>
            <a:ext cx="1600361" cy="172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8" dirty="0">
                <a:solidFill>
                  <a:srgbClr val="F8FAFC">
                    <a:alpha val="7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 recent runs scored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205595" y="4047370"/>
            <a:ext cx="5632239" cy="2560578"/>
          </a:xfrm>
          <a:custGeom>
            <a:avLst/>
            <a:gdLst/>
            <a:ahLst/>
            <a:cxnLst/>
            <a:rect l="l" t="t" r="r" b="b"/>
            <a:pathLst>
              <a:path w="5632239" h="2560578">
                <a:moveTo>
                  <a:pt x="137657" y="0"/>
                </a:moveTo>
                <a:lnTo>
                  <a:pt x="5494583" y="0"/>
                </a:lnTo>
                <a:cubicBezTo>
                  <a:pt x="5570608" y="0"/>
                  <a:pt x="5632239" y="61631"/>
                  <a:pt x="5632239" y="137657"/>
                </a:cubicBezTo>
                <a:lnTo>
                  <a:pt x="5632239" y="2422921"/>
                </a:lnTo>
                <a:cubicBezTo>
                  <a:pt x="5632239" y="2498896"/>
                  <a:pt x="5570557" y="2560578"/>
                  <a:pt x="5494583" y="2560578"/>
                </a:cubicBezTo>
                <a:lnTo>
                  <a:pt x="137657" y="2560578"/>
                </a:lnTo>
                <a:cubicBezTo>
                  <a:pt x="61631" y="2560578"/>
                  <a:pt x="0" y="2498947"/>
                  <a:pt x="0" y="2422921"/>
                </a:cubicBezTo>
                <a:lnTo>
                  <a:pt x="0" y="137657"/>
                </a:lnTo>
                <a:cubicBezTo>
                  <a:pt x="0" y="61631"/>
                  <a:pt x="61631" y="0"/>
                  <a:pt x="137657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30000"/>
                </a:srgbClr>
              </a:gs>
              <a:gs pos="100000">
                <a:srgbClr val="F97316">
                  <a:alpha val="30000"/>
                </a:srgbClr>
              </a:gs>
            </a:gsLst>
            <a:lin ang="2700000" scaled="1"/>
          </a:gradFill>
          <a:ln w="20320">
            <a:solidFill>
              <a:srgbClr val="F9731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18976" y="4260749"/>
            <a:ext cx="550662" cy="550662"/>
          </a:xfrm>
          <a:custGeom>
            <a:avLst/>
            <a:gdLst/>
            <a:ahLst/>
            <a:cxnLst/>
            <a:rect l="l" t="t" r="r" b="b"/>
            <a:pathLst>
              <a:path w="550662" h="550662">
                <a:moveTo>
                  <a:pt x="137665" y="0"/>
                </a:moveTo>
                <a:lnTo>
                  <a:pt x="412996" y="0"/>
                </a:lnTo>
                <a:cubicBezTo>
                  <a:pt x="489027" y="0"/>
                  <a:pt x="550662" y="61635"/>
                  <a:pt x="550662" y="137665"/>
                </a:cubicBezTo>
                <a:lnTo>
                  <a:pt x="550662" y="412996"/>
                </a:lnTo>
                <a:cubicBezTo>
                  <a:pt x="550662" y="489027"/>
                  <a:pt x="489027" y="550662"/>
                  <a:pt x="412996" y="550662"/>
                </a:cubicBezTo>
                <a:lnTo>
                  <a:pt x="137665" y="550662"/>
                </a:lnTo>
                <a:cubicBezTo>
                  <a:pt x="61635" y="550662"/>
                  <a:pt x="0" y="489027"/>
                  <a:pt x="0" y="412996"/>
                </a:cubicBezTo>
                <a:lnTo>
                  <a:pt x="0" y="137665"/>
                </a:lnTo>
                <a:cubicBezTo>
                  <a:pt x="0" y="61635"/>
                  <a:pt x="61635" y="0"/>
                  <a:pt x="137665" y="0"/>
                </a:cubicBezTo>
                <a:close/>
              </a:path>
            </a:pathLst>
          </a:custGeom>
          <a:solidFill>
            <a:srgbClr val="F97316"/>
          </a:soli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567397" y="4407018"/>
            <a:ext cx="258123" cy="258123"/>
          </a:xfrm>
          <a:custGeom>
            <a:avLst/>
            <a:gdLst/>
            <a:ahLst/>
            <a:cxnLst/>
            <a:rect l="l" t="t" r="r" b="b"/>
            <a:pathLst>
              <a:path w="258123" h="258123">
                <a:moveTo>
                  <a:pt x="225857" y="129061"/>
                </a:moveTo>
                <a:cubicBezTo>
                  <a:pt x="225857" y="75638"/>
                  <a:pt x="182485" y="32265"/>
                  <a:pt x="129061" y="32265"/>
                </a:cubicBezTo>
                <a:cubicBezTo>
                  <a:pt x="75638" y="32265"/>
                  <a:pt x="32265" y="75638"/>
                  <a:pt x="32265" y="129061"/>
                </a:cubicBezTo>
                <a:cubicBezTo>
                  <a:pt x="32265" y="182485"/>
                  <a:pt x="75638" y="225857"/>
                  <a:pt x="129061" y="225857"/>
                </a:cubicBezTo>
                <a:cubicBezTo>
                  <a:pt x="182485" y="225857"/>
                  <a:pt x="225857" y="182485"/>
                  <a:pt x="225857" y="129061"/>
                </a:cubicBezTo>
                <a:close/>
                <a:moveTo>
                  <a:pt x="0" y="129061"/>
                </a:moveTo>
                <a:cubicBezTo>
                  <a:pt x="0" y="57830"/>
                  <a:pt x="57830" y="0"/>
                  <a:pt x="129061" y="0"/>
                </a:cubicBezTo>
                <a:cubicBezTo>
                  <a:pt x="200292" y="0"/>
                  <a:pt x="258123" y="57830"/>
                  <a:pt x="258123" y="129061"/>
                </a:cubicBezTo>
                <a:cubicBezTo>
                  <a:pt x="258123" y="200292"/>
                  <a:pt x="200292" y="258123"/>
                  <a:pt x="129061" y="258123"/>
                </a:cubicBezTo>
                <a:cubicBezTo>
                  <a:pt x="57830" y="258123"/>
                  <a:pt x="0" y="200292"/>
                  <a:pt x="0" y="129061"/>
                </a:cubicBezTo>
                <a:close/>
                <a:moveTo>
                  <a:pt x="129061" y="169393"/>
                </a:moveTo>
                <a:cubicBezTo>
                  <a:pt x="151321" y="169393"/>
                  <a:pt x="169393" y="151321"/>
                  <a:pt x="169393" y="129061"/>
                </a:cubicBezTo>
                <a:cubicBezTo>
                  <a:pt x="169393" y="106802"/>
                  <a:pt x="151321" y="88730"/>
                  <a:pt x="129061" y="88730"/>
                </a:cubicBezTo>
                <a:cubicBezTo>
                  <a:pt x="106802" y="88730"/>
                  <a:pt x="88730" y="106802"/>
                  <a:pt x="88730" y="129061"/>
                </a:cubicBezTo>
                <a:cubicBezTo>
                  <a:pt x="88730" y="151321"/>
                  <a:pt x="106802" y="169393"/>
                  <a:pt x="129061" y="169393"/>
                </a:cubicBezTo>
                <a:close/>
                <a:moveTo>
                  <a:pt x="129061" y="56464"/>
                </a:moveTo>
                <a:cubicBezTo>
                  <a:pt x="169129" y="56464"/>
                  <a:pt x="201658" y="88994"/>
                  <a:pt x="201658" y="129061"/>
                </a:cubicBezTo>
                <a:cubicBezTo>
                  <a:pt x="201658" y="169129"/>
                  <a:pt x="169129" y="201658"/>
                  <a:pt x="129061" y="201658"/>
                </a:cubicBezTo>
                <a:cubicBezTo>
                  <a:pt x="88994" y="201658"/>
                  <a:pt x="56464" y="169129"/>
                  <a:pt x="56464" y="129061"/>
                </a:cubicBezTo>
                <a:cubicBezTo>
                  <a:pt x="56464" y="88994"/>
                  <a:pt x="88994" y="56464"/>
                  <a:pt x="129061" y="56464"/>
                </a:cubicBezTo>
                <a:close/>
                <a:moveTo>
                  <a:pt x="112929" y="129061"/>
                </a:moveTo>
                <a:cubicBezTo>
                  <a:pt x="112929" y="120158"/>
                  <a:pt x="120158" y="112929"/>
                  <a:pt x="129061" y="112929"/>
                </a:cubicBezTo>
                <a:cubicBezTo>
                  <a:pt x="137965" y="112929"/>
                  <a:pt x="145194" y="120158"/>
                  <a:pt x="145194" y="129061"/>
                </a:cubicBezTo>
                <a:cubicBezTo>
                  <a:pt x="145194" y="137965"/>
                  <a:pt x="137965" y="145194"/>
                  <a:pt x="129061" y="145194"/>
                </a:cubicBezTo>
                <a:cubicBezTo>
                  <a:pt x="120158" y="145194"/>
                  <a:pt x="112929" y="137965"/>
                  <a:pt x="112929" y="129061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51" name="Text 49"/>
          <p:cNvSpPr/>
          <p:nvPr/>
        </p:nvSpPr>
        <p:spPr>
          <a:xfrm>
            <a:off x="7107304" y="4381206"/>
            <a:ext cx="972263" cy="309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32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Output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418976" y="4983492"/>
            <a:ext cx="5205476" cy="1411071"/>
          </a:xfrm>
          <a:custGeom>
            <a:avLst/>
            <a:gdLst/>
            <a:ahLst/>
            <a:cxnLst/>
            <a:rect l="l" t="t" r="r" b="b"/>
            <a:pathLst>
              <a:path w="5205476" h="1411071">
                <a:moveTo>
                  <a:pt x="103248" y="0"/>
                </a:moveTo>
                <a:lnTo>
                  <a:pt x="5102228" y="0"/>
                </a:lnTo>
                <a:cubicBezTo>
                  <a:pt x="5159251" y="0"/>
                  <a:pt x="5205476" y="46226"/>
                  <a:pt x="5205476" y="103248"/>
                </a:cubicBezTo>
                <a:lnTo>
                  <a:pt x="5205476" y="1307823"/>
                </a:lnTo>
                <a:cubicBezTo>
                  <a:pt x="5205476" y="1364846"/>
                  <a:pt x="5159251" y="1411071"/>
                  <a:pt x="5102228" y="1411071"/>
                </a:cubicBezTo>
                <a:lnTo>
                  <a:pt x="103248" y="1411071"/>
                </a:lnTo>
                <a:cubicBezTo>
                  <a:pt x="46226" y="1411071"/>
                  <a:pt x="0" y="1364846"/>
                  <a:pt x="0" y="1307823"/>
                </a:cubicBezTo>
                <a:lnTo>
                  <a:pt x="0" y="103248"/>
                </a:lnTo>
                <a:cubicBezTo>
                  <a:pt x="0" y="46226"/>
                  <a:pt x="46226" y="0"/>
                  <a:pt x="103248" y="0"/>
                </a:cubicBezTo>
                <a:close/>
              </a:path>
            </a:pathLst>
          </a:custGeom>
          <a:solidFill>
            <a:srgbClr val="0F172A">
              <a:alpha val="70196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8867916" y="5189991"/>
            <a:ext cx="309747" cy="309747"/>
          </a:xfrm>
          <a:custGeom>
            <a:avLst/>
            <a:gdLst/>
            <a:ahLst/>
            <a:cxnLst/>
            <a:rect l="l" t="t" r="r" b="b"/>
            <a:pathLst>
              <a:path w="309747" h="309747">
                <a:moveTo>
                  <a:pt x="87298" y="0"/>
                </a:moveTo>
                <a:lnTo>
                  <a:pt x="222812" y="0"/>
                </a:lnTo>
                <a:cubicBezTo>
                  <a:pt x="238844" y="0"/>
                  <a:pt x="251912" y="13188"/>
                  <a:pt x="251307" y="29160"/>
                </a:cubicBezTo>
                <a:cubicBezTo>
                  <a:pt x="251186" y="32366"/>
                  <a:pt x="251065" y="35573"/>
                  <a:pt x="250883" y="38718"/>
                </a:cubicBezTo>
                <a:lnTo>
                  <a:pt x="280890" y="38718"/>
                </a:lnTo>
                <a:cubicBezTo>
                  <a:pt x="296680" y="38718"/>
                  <a:pt x="310594" y="51786"/>
                  <a:pt x="309384" y="68846"/>
                </a:cubicBezTo>
                <a:cubicBezTo>
                  <a:pt x="304847" y="131582"/>
                  <a:pt x="272783" y="166066"/>
                  <a:pt x="237997" y="184094"/>
                </a:cubicBezTo>
                <a:cubicBezTo>
                  <a:pt x="228439" y="189055"/>
                  <a:pt x="218699" y="192745"/>
                  <a:pt x="209442" y="195468"/>
                </a:cubicBezTo>
                <a:cubicBezTo>
                  <a:pt x="197222" y="212770"/>
                  <a:pt x="184517" y="221905"/>
                  <a:pt x="174414" y="226805"/>
                </a:cubicBezTo>
                <a:lnTo>
                  <a:pt x="174414" y="271029"/>
                </a:lnTo>
                <a:lnTo>
                  <a:pt x="213133" y="271029"/>
                </a:lnTo>
                <a:cubicBezTo>
                  <a:pt x="223841" y="271029"/>
                  <a:pt x="232492" y="279680"/>
                  <a:pt x="232492" y="290388"/>
                </a:cubicBezTo>
                <a:cubicBezTo>
                  <a:pt x="232492" y="301096"/>
                  <a:pt x="223841" y="309747"/>
                  <a:pt x="213133" y="309747"/>
                </a:cubicBezTo>
                <a:lnTo>
                  <a:pt x="96978" y="309747"/>
                </a:lnTo>
                <a:cubicBezTo>
                  <a:pt x="86269" y="309747"/>
                  <a:pt x="77618" y="301096"/>
                  <a:pt x="77618" y="290388"/>
                </a:cubicBezTo>
                <a:cubicBezTo>
                  <a:pt x="77618" y="279680"/>
                  <a:pt x="86269" y="271029"/>
                  <a:pt x="96978" y="271029"/>
                </a:cubicBezTo>
                <a:lnTo>
                  <a:pt x="135696" y="271029"/>
                </a:lnTo>
                <a:lnTo>
                  <a:pt x="135696" y="226805"/>
                </a:lnTo>
                <a:cubicBezTo>
                  <a:pt x="126016" y="222147"/>
                  <a:pt x="113977" y="213496"/>
                  <a:pt x="102241" y="197585"/>
                </a:cubicBezTo>
                <a:cubicBezTo>
                  <a:pt x="91109" y="194681"/>
                  <a:pt x="79010" y="190265"/>
                  <a:pt x="67213" y="183610"/>
                </a:cubicBezTo>
                <a:cubicBezTo>
                  <a:pt x="34484" y="165279"/>
                  <a:pt x="4961" y="130735"/>
                  <a:pt x="726" y="68725"/>
                </a:cubicBezTo>
                <a:cubicBezTo>
                  <a:pt x="-423" y="51725"/>
                  <a:pt x="13430" y="38658"/>
                  <a:pt x="29220" y="38658"/>
                </a:cubicBezTo>
                <a:lnTo>
                  <a:pt x="59227" y="38658"/>
                </a:lnTo>
                <a:cubicBezTo>
                  <a:pt x="59046" y="35512"/>
                  <a:pt x="58925" y="32366"/>
                  <a:pt x="58804" y="29099"/>
                </a:cubicBezTo>
                <a:cubicBezTo>
                  <a:pt x="58199" y="13067"/>
                  <a:pt x="71266" y="-60"/>
                  <a:pt x="87298" y="-60"/>
                </a:cubicBezTo>
                <a:close/>
                <a:moveTo>
                  <a:pt x="61405" y="67757"/>
                </a:moveTo>
                <a:lnTo>
                  <a:pt x="29704" y="67757"/>
                </a:lnTo>
                <a:cubicBezTo>
                  <a:pt x="33455" y="118999"/>
                  <a:pt x="56989" y="144650"/>
                  <a:pt x="81248" y="158262"/>
                </a:cubicBezTo>
                <a:cubicBezTo>
                  <a:pt x="72537" y="135696"/>
                  <a:pt x="65337" y="106234"/>
                  <a:pt x="61405" y="67757"/>
                </a:cubicBezTo>
                <a:close/>
                <a:moveTo>
                  <a:pt x="229891" y="155358"/>
                </a:moveTo>
                <a:cubicBezTo>
                  <a:pt x="254392" y="140959"/>
                  <a:pt x="276534" y="115369"/>
                  <a:pt x="280285" y="67757"/>
                </a:cubicBezTo>
                <a:lnTo>
                  <a:pt x="248645" y="67757"/>
                </a:lnTo>
                <a:cubicBezTo>
                  <a:pt x="244894" y="104600"/>
                  <a:pt x="238118" y="133216"/>
                  <a:pt x="229891" y="155358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54" name="Text 52"/>
          <p:cNvSpPr/>
          <p:nvPr/>
        </p:nvSpPr>
        <p:spPr>
          <a:xfrm>
            <a:off x="6573850" y="5602987"/>
            <a:ext cx="4895729" cy="275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26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Predicted Final Score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586756" y="5947042"/>
            <a:ext cx="4869917" cy="240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19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outputs estimated final IPL score based on input parameters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780" y="470315"/>
            <a:ext cx="72356" cy="434136"/>
          </a:xfrm>
          <a:custGeom>
            <a:avLst/>
            <a:gdLst/>
            <a:ahLst/>
            <a:cxnLst/>
            <a:rect l="l" t="t" r="r" b="b"/>
            <a:pathLst>
              <a:path w="72356" h="434136">
                <a:moveTo>
                  <a:pt x="36178" y="0"/>
                </a:moveTo>
                <a:lnTo>
                  <a:pt x="36178" y="0"/>
                </a:lnTo>
                <a:cubicBezTo>
                  <a:pt x="56145" y="0"/>
                  <a:pt x="72356" y="16211"/>
                  <a:pt x="72356" y="36178"/>
                </a:cubicBezTo>
                <a:lnTo>
                  <a:pt x="72356" y="397958"/>
                </a:lnTo>
                <a:cubicBezTo>
                  <a:pt x="72356" y="417939"/>
                  <a:pt x="56159" y="434136"/>
                  <a:pt x="36178" y="434136"/>
                </a:cubicBezTo>
                <a:lnTo>
                  <a:pt x="36178" y="434136"/>
                </a:lnTo>
                <a:cubicBezTo>
                  <a:pt x="16197" y="434136"/>
                  <a:pt x="0" y="417939"/>
                  <a:pt x="0" y="397958"/>
                </a:cubicBezTo>
                <a:lnTo>
                  <a:pt x="0" y="36178"/>
                </a:lnTo>
                <a:cubicBezTo>
                  <a:pt x="0" y="16211"/>
                  <a:pt x="16211" y="0"/>
                  <a:pt x="36178" y="0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542671" y="361780"/>
            <a:ext cx="5354350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kern="0" spc="57" dirty="0">
                <a:solidFill>
                  <a:srgbClr val="F9731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12 / Demo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2671" y="578849"/>
            <a:ext cx="5499062" cy="434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18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Project Demo Screenshot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398" y="1306027"/>
            <a:ext cx="6781574" cy="5316363"/>
          </a:xfrm>
          <a:custGeom>
            <a:avLst/>
            <a:gdLst/>
            <a:ahLst/>
            <a:cxnLst/>
            <a:rect l="l" t="t" r="r" b="b"/>
            <a:pathLst>
              <a:path w="6781574" h="5316363">
                <a:moveTo>
                  <a:pt x="144711" y="0"/>
                </a:moveTo>
                <a:lnTo>
                  <a:pt x="6636862" y="0"/>
                </a:lnTo>
                <a:cubicBezTo>
                  <a:pt x="6716784" y="0"/>
                  <a:pt x="6781574" y="64790"/>
                  <a:pt x="6781574" y="144711"/>
                </a:cubicBezTo>
                <a:lnTo>
                  <a:pt x="6781574" y="5171652"/>
                </a:lnTo>
                <a:cubicBezTo>
                  <a:pt x="6781574" y="5251574"/>
                  <a:pt x="6716784" y="5316363"/>
                  <a:pt x="6636862" y="5316363"/>
                </a:cubicBezTo>
                <a:lnTo>
                  <a:pt x="144711" y="5316363"/>
                </a:lnTo>
                <a:cubicBezTo>
                  <a:pt x="64790" y="5316363"/>
                  <a:pt x="0" y="5251574"/>
                  <a:pt x="0" y="5171652"/>
                </a:cubicBezTo>
                <a:lnTo>
                  <a:pt x="0" y="144711"/>
                </a:lnTo>
                <a:cubicBezTo>
                  <a:pt x="0" y="64843"/>
                  <a:pt x="64843" y="0"/>
                  <a:pt x="144711" y="0"/>
                </a:cubicBezTo>
                <a:close/>
              </a:path>
            </a:pathLst>
          </a:custGeom>
          <a:solidFill>
            <a:srgbClr val="1E293B"/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pic>
        <p:nvPicPr>
          <p:cNvPr id="6" name="Image 0" descr="https://statics.moonshot.cn/kimi-ppt/html-gen/static/image-err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6202" y="3854772"/>
            <a:ext cx="1998837" cy="217068"/>
          </a:xfrm>
          <a:prstGeom prst="roundRect">
            <a:avLst>
              <a:gd name="adj" fmla="val 50000"/>
            </a:avLst>
          </a:prstGeom>
        </p:spPr>
      </p:pic>
      <p:sp>
        <p:nvSpPr>
          <p:cNvPr id="7" name="Shape 4"/>
          <p:cNvSpPr/>
          <p:nvPr/>
        </p:nvSpPr>
        <p:spPr>
          <a:xfrm>
            <a:off x="7377833" y="1309645"/>
            <a:ext cx="4437237" cy="1805284"/>
          </a:xfrm>
          <a:custGeom>
            <a:avLst/>
            <a:gdLst/>
            <a:ahLst/>
            <a:cxnLst/>
            <a:rect l="l" t="t" r="r" b="b"/>
            <a:pathLst>
              <a:path w="4437237" h="1805284">
                <a:moveTo>
                  <a:pt x="144712" y="0"/>
                </a:moveTo>
                <a:lnTo>
                  <a:pt x="4292525" y="0"/>
                </a:lnTo>
                <a:cubicBezTo>
                  <a:pt x="4372447" y="0"/>
                  <a:pt x="4437237" y="64790"/>
                  <a:pt x="4437237" y="144712"/>
                </a:cubicBezTo>
                <a:lnTo>
                  <a:pt x="4437237" y="1660573"/>
                </a:lnTo>
                <a:cubicBezTo>
                  <a:pt x="4437237" y="1740495"/>
                  <a:pt x="4372447" y="1805284"/>
                  <a:pt x="4292525" y="1805284"/>
                </a:cubicBezTo>
                <a:lnTo>
                  <a:pt x="144712" y="1805284"/>
                </a:lnTo>
                <a:cubicBezTo>
                  <a:pt x="64790" y="1805284"/>
                  <a:pt x="0" y="1740495"/>
                  <a:pt x="0" y="1660573"/>
                </a:cubicBezTo>
                <a:lnTo>
                  <a:pt x="0" y="144712"/>
                </a:lnTo>
                <a:cubicBezTo>
                  <a:pt x="0" y="64790"/>
                  <a:pt x="64790" y="0"/>
                  <a:pt x="144712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30000"/>
                </a:srgbClr>
              </a:gs>
              <a:gs pos="100000">
                <a:srgbClr val="F97316">
                  <a:alpha val="30000"/>
                </a:srgbClr>
              </a:gs>
            </a:gsLst>
            <a:lin ang="2700000" scaled="1"/>
          </a:gradFill>
          <a:ln w="20320">
            <a:solidFill>
              <a:srgbClr val="F9731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02137" y="1533954"/>
            <a:ext cx="506493" cy="506493"/>
          </a:xfrm>
          <a:custGeom>
            <a:avLst/>
            <a:gdLst/>
            <a:ahLst/>
            <a:cxnLst/>
            <a:rect l="l" t="t" r="r" b="b"/>
            <a:pathLst>
              <a:path w="506493" h="506493">
                <a:moveTo>
                  <a:pt x="144710" y="0"/>
                </a:moveTo>
                <a:lnTo>
                  <a:pt x="361783" y="0"/>
                </a:lnTo>
                <a:cubicBezTo>
                  <a:pt x="441650" y="0"/>
                  <a:pt x="506493" y="64842"/>
                  <a:pt x="506493" y="144710"/>
                </a:cubicBezTo>
                <a:lnTo>
                  <a:pt x="506493" y="361783"/>
                </a:lnTo>
                <a:cubicBezTo>
                  <a:pt x="506493" y="441650"/>
                  <a:pt x="441650" y="506493"/>
                  <a:pt x="361783" y="506493"/>
                </a:cubicBezTo>
                <a:lnTo>
                  <a:pt x="144710" y="506493"/>
                </a:lnTo>
                <a:cubicBezTo>
                  <a:pt x="64842" y="506493"/>
                  <a:pt x="0" y="441650"/>
                  <a:pt x="0" y="361783"/>
                </a:cubicBezTo>
                <a:lnTo>
                  <a:pt x="0" y="144710"/>
                </a:lnTo>
                <a:cubicBezTo>
                  <a:pt x="0" y="64842"/>
                  <a:pt x="64842" y="0"/>
                  <a:pt x="144710" y="0"/>
                </a:cubicBezTo>
                <a:close/>
              </a:path>
            </a:pathLst>
          </a:custGeom>
          <a:solidFill>
            <a:srgbClr val="F97316"/>
          </a:soli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46849" y="1678666"/>
            <a:ext cx="217068" cy="217068"/>
          </a:xfrm>
          <a:custGeom>
            <a:avLst/>
            <a:gdLst/>
            <a:ahLst/>
            <a:cxnLst/>
            <a:rect l="l" t="t" r="r" b="b"/>
            <a:pathLst>
              <a:path w="217068" h="217068">
                <a:moveTo>
                  <a:pt x="27134" y="13567"/>
                </a:moveTo>
                <a:cubicBezTo>
                  <a:pt x="12168" y="13567"/>
                  <a:pt x="0" y="25734"/>
                  <a:pt x="0" y="40700"/>
                </a:cubicBezTo>
                <a:lnTo>
                  <a:pt x="0" y="149234"/>
                </a:lnTo>
                <a:cubicBezTo>
                  <a:pt x="0" y="164200"/>
                  <a:pt x="12168" y="176368"/>
                  <a:pt x="27134" y="176368"/>
                </a:cubicBezTo>
                <a:lnTo>
                  <a:pt x="88184" y="176368"/>
                </a:lnTo>
                <a:lnTo>
                  <a:pt x="81401" y="196718"/>
                </a:lnTo>
                <a:lnTo>
                  <a:pt x="50875" y="196718"/>
                </a:lnTo>
                <a:cubicBezTo>
                  <a:pt x="45237" y="196718"/>
                  <a:pt x="40700" y="201254"/>
                  <a:pt x="40700" y="206893"/>
                </a:cubicBezTo>
                <a:cubicBezTo>
                  <a:pt x="40700" y="212532"/>
                  <a:pt x="45237" y="217068"/>
                  <a:pt x="50875" y="217068"/>
                </a:cubicBezTo>
                <a:lnTo>
                  <a:pt x="166193" y="217068"/>
                </a:lnTo>
                <a:cubicBezTo>
                  <a:pt x="171832" y="217068"/>
                  <a:pt x="176368" y="212532"/>
                  <a:pt x="176368" y="206893"/>
                </a:cubicBezTo>
                <a:cubicBezTo>
                  <a:pt x="176368" y="201254"/>
                  <a:pt x="171832" y="196718"/>
                  <a:pt x="166193" y="196718"/>
                </a:cubicBezTo>
                <a:lnTo>
                  <a:pt x="135668" y="196718"/>
                </a:lnTo>
                <a:lnTo>
                  <a:pt x="128884" y="176368"/>
                </a:lnTo>
                <a:lnTo>
                  <a:pt x="189935" y="176368"/>
                </a:lnTo>
                <a:cubicBezTo>
                  <a:pt x="204901" y="176368"/>
                  <a:pt x="217068" y="164200"/>
                  <a:pt x="217068" y="149234"/>
                </a:cubicBezTo>
                <a:lnTo>
                  <a:pt x="217068" y="40700"/>
                </a:lnTo>
                <a:cubicBezTo>
                  <a:pt x="217068" y="25734"/>
                  <a:pt x="204901" y="13567"/>
                  <a:pt x="189935" y="13567"/>
                </a:cubicBezTo>
                <a:lnTo>
                  <a:pt x="27134" y="13567"/>
                </a:lnTo>
                <a:close/>
                <a:moveTo>
                  <a:pt x="40700" y="40700"/>
                </a:moveTo>
                <a:lnTo>
                  <a:pt x="176368" y="40700"/>
                </a:lnTo>
                <a:cubicBezTo>
                  <a:pt x="183872" y="40700"/>
                  <a:pt x="189935" y="46763"/>
                  <a:pt x="189935" y="54267"/>
                </a:cubicBezTo>
                <a:lnTo>
                  <a:pt x="189935" y="122101"/>
                </a:lnTo>
                <a:cubicBezTo>
                  <a:pt x="189935" y="129605"/>
                  <a:pt x="183872" y="135668"/>
                  <a:pt x="176368" y="135668"/>
                </a:cubicBezTo>
                <a:lnTo>
                  <a:pt x="40700" y="135668"/>
                </a:lnTo>
                <a:cubicBezTo>
                  <a:pt x="33196" y="135668"/>
                  <a:pt x="27134" y="129605"/>
                  <a:pt x="27134" y="122101"/>
                </a:cubicBezTo>
                <a:lnTo>
                  <a:pt x="27134" y="54267"/>
                </a:lnTo>
                <a:cubicBezTo>
                  <a:pt x="27134" y="46763"/>
                  <a:pt x="33196" y="40700"/>
                  <a:pt x="40700" y="4070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0" name="Text 7"/>
          <p:cNvSpPr/>
          <p:nvPr/>
        </p:nvSpPr>
        <p:spPr>
          <a:xfrm>
            <a:off x="8253342" y="1642488"/>
            <a:ext cx="2035015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9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Interface Overview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602137" y="2185159"/>
            <a:ext cx="4060985" cy="705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9" dirty="0">
                <a:solidFill>
                  <a:srgbClr val="F8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web interface features a clean, intuitive design with cricket stadium background, team selection dropdowns, input fields for match parameters, and a prominent predict button.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374215" y="3306675"/>
            <a:ext cx="4448090" cy="2322630"/>
          </a:xfrm>
          <a:custGeom>
            <a:avLst/>
            <a:gdLst/>
            <a:ahLst/>
            <a:cxnLst/>
            <a:rect l="l" t="t" r="r" b="b"/>
            <a:pathLst>
              <a:path w="4448090" h="2322630">
                <a:moveTo>
                  <a:pt x="144723" y="0"/>
                </a:moveTo>
                <a:lnTo>
                  <a:pt x="4303367" y="0"/>
                </a:lnTo>
                <a:cubicBezTo>
                  <a:pt x="4383242" y="0"/>
                  <a:pt x="4448090" y="64848"/>
                  <a:pt x="4448090" y="144723"/>
                </a:cubicBezTo>
                <a:lnTo>
                  <a:pt x="4448090" y="2177907"/>
                </a:lnTo>
                <a:cubicBezTo>
                  <a:pt x="4448090" y="2257782"/>
                  <a:pt x="4383242" y="2322630"/>
                  <a:pt x="4303367" y="2322630"/>
                </a:cubicBezTo>
                <a:lnTo>
                  <a:pt x="144723" y="2322630"/>
                </a:lnTo>
                <a:cubicBezTo>
                  <a:pt x="64848" y="2322630"/>
                  <a:pt x="0" y="2257782"/>
                  <a:pt x="0" y="2177907"/>
                </a:cubicBezTo>
                <a:lnTo>
                  <a:pt x="0" y="144723"/>
                </a:lnTo>
                <a:cubicBezTo>
                  <a:pt x="0" y="64848"/>
                  <a:pt x="64848" y="0"/>
                  <a:pt x="144723" y="0"/>
                </a:cubicBezTo>
                <a:close/>
              </a:path>
            </a:pathLst>
          </a:custGeom>
          <a:solidFill>
            <a:srgbClr val="1E293B"/>
          </a:solidFill>
          <a:ln w="1016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628819" y="3563537"/>
            <a:ext cx="158279" cy="180890"/>
          </a:xfrm>
          <a:custGeom>
            <a:avLst/>
            <a:gdLst/>
            <a:ahLst/>
            <a:cxnLst/>
            <a:rect l="l" t="t" r="r" b="b"/>
            <a:pathLst>
              <a:path w="158279" h="180890">
                <a:moveTo>
                  <a:pt x="27310" y="883"/>
                </a:moveTo>
                <a:cubicBezTo>
                  <a:pt x="30172" y="-565"/>
                  <a:pt x="33634" y="-247"/>
                  <a:pt x="36178" y="1696"/>
                </a:cubicBezTo>
                <a:lnTo>
                  <a:pt x="149234" y="86453"/>
                </a:lnTo>
                <a:cubicBezTo>
                  <a:pt x="152167" y="88643"/>
                  <a:pt x="153333" y="92459"/>
                  <a:pt x="152202" y="95921"/>
                </a:cubicBezTo>
                <a:cubicBezTo>
                  <a:pt x="151072" y="99384"/>
                  <a:pt x="147821" y="101715"/>
                  <a:pt x="144147" y="101715"/>
                </a:cubicBezTo>
                <a:lnTo>
                  <a:pt x="90339" y="101715"/>
                </a:lnTo>
                <a:lnTo>
                  <a:pt x="121748" y="164497"/>
                </a:lnTo>
                <a:cubicBezTo>
                  <a:pt x="124539" y="170079"/>
                  <a:pt x="122278" y="176863"/>
                  <a:pt x="116695" y="179654"/>
                </a:cubicBezTo>
                <a:cubicBezTo>
                  <a:pt x="111113" y="182445"/>
                  <a:pt x="104330" y="180184"/>
                  <a:pt x="101539" y="174601"/>
                </a:cubicBezTo>
                <a:lnTo>
                  <a:pt x="70130" y="111820"/>
                </a:lnTo>
                <a:lnTo>
                  <a:pt x="37874" y="154852"/>
                </a:lnTo>
                <a:cubicBezTo>
                  <a:pt x="35683" y="157784"/>
                  <a:pt x="31868" y="158950"/>
                  <a:pt x="28405" y="157820"/>
                </a:cubicBezTo>
                <a:cubicBezTo>
                  <a:pt x="24943" y="156689"/>
                  <a:pt x="22611" y="153439"/>
                  <a:pt x="22611" y="149800"/>
                </a:cubicBezTo>
                <a:lnTo>
                  <a:pt x="22611" y="8479"/>
                </a:lnTo>
                <a:cubicBezTo>
                  <a:pt x="22611" y="5264"/>
                  <a:pt x="24413" y="2332"/>
                  <a:pt x="27310" y="883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4" name="Text 11"/>
          <p:cNvSpPr/>
          <p:nvPr/>
        </p:nvSpPr>
        <p:spPr>
          <a:xfrm>
            <a:off x="7821015" y="3527359"/>
            <a:ext cx="3871050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24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594902" y="3925318"/>
            <a:ext cx="289424" cy="289424"/>
          </a:xfrm>
          <a:custGeom>
            <a:avLst/>
            <a:gdLst/>
            <a:ahLst/>
            <a:cxnLst/>
            <a:rect l="l" t="t" r="r" b="b"/>
            <a:pathLst>
              <a:path w="289424" h="289424">
                <a:moveTo>
                  <a:pt x="72356" y="0"/>
                </a:moveTo>
                <a:lnTo>
                  <a:pt x="217068" y="0"/>
                </a:lnTo>
                <a:cubicBezTo>
                  <a:pt x="257029" y="0"/>
                  <a:pt x="289424" y="32395"/>
                  <a:pt x="289424" y="72356"/>
                </a:cubicBezTo>
                <a:lnTo>
                  <a:pt x="289424" y="217068"/>
                </a:lnTo>
                <a:cubicBezTo>
                  <a:pt x="289424" y="257029"/>
                  <a:pt x="257029" y="289424"/>
                  <a:pt x="217068" y="289424"/>
                </a:cubicBezTo>
                <a:lnTo>
                  <a:pt x="72356" y="289424"/>
                </a:lnTo>
                <a:cubicBezTo>
                  <a:pt x="32395" y="289424"/>
                  <a:pt x="0" y="257029"/>
                  <a:pt x="0" y="217068"/>
                </a:cubicBezTo>
                <a:lnTo>
                  <a:pt x="0" y="72356"/>
                </a:lnTo>
                <a:cubicBezTo>
                  <a:pt x="0" y="32422"/>
                  <a:pt x="32422" y="0"/>
                  <a:pt x="72356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7704340" y="3979585"/>
            <a:ext cx="135668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b="1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992860" y="3925318"/>
            <a:ext cx="2595774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enters match details in input fields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594902" y="4323276"/>
            <a:ext cx="289424" cy="289424"/>
          </a:xfrm>
          <a:custGeom>
            <a:avLst/>
            <a:gdLst/>
            <a:ahLst/>
            <a:cxnLst/>
            <a:rect l="l" t="t" r="r" b="b"/>
            <a:pathLst>
              <a:path w="289424" h="289424">
                <a:moveTo>
                  <a:pt x="72356" y="0"/>
                </a:moveTo>
                <a:lnTo>
                  <a:pt x="217068" y="0"/>
                </a:lnTo>
                <a:cubicBezTo>
                  <a:pt x="257029" y="0"/>
                  <a:pt x="289424" y="32395"/>
                  <a:pt x="289424" y="72356"/>
                </a:cubicBezTo>
                <a:lnTo>
                  <a:pt x="289424" y="217068"/>
                </a:lnTo>
                <a:cubicBezTo>
                  <a:pt x="289424" y="257029"/>
                  <a:pt x="257029" y="289424"/>
                  <a:pt x="217068" y="289424"/>
                </a:cubicBezTo>
                <a:lnTo>
                  <a:pt x="72356" y="289424"/>
                </a:lnTo>
                <a:cubicBezTo>
                  <a:pt x="32395" y="289424"/>
                  <a:pt x="0" y="257029"/>
                  <a:pt x="0" y="217068"/>
                </a:cubicBezTo>
                <a:lnTo>
                  <a:pt x="0" y="72356"/>
                </a:lnTo>
                <a:cubicBezTo>
                  <a:pt x="0" y="32422"/>
                  <a:pt x="32422" y="0"/>
                  <a:pt x="72356" y="0"/>
                </a:cubicBezTo>
                <a:close/>
              </a:path>
            </a:pathLst>
          </a:custGeom>
          <a:solidFill>
            <a:srgbClr val="F97316">
              <a:alpha val="20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7704340" y="4377543"/>
            <a:ext cx="135668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b="1" dirty="0">
                <a:solidFill>
                  <a:srgbClr val="F9731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992860" y="4323276"/>
            <a:ext cx="1908392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Clicks "Predict Score" button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594902" y="4721234"/>
            <a:ext cx="289424" cy="289424"/>
          </a:xfrm>
          <a:custGeom>
            <a:avLst/>
            <a:gdLst/>
            <a:ahLst/>
            <a:cxnLst/>
            <a:rect l="l" t="t" r="r" b="b"/>
            <a:pathLst>
              <a:path w="289424" h="289424">
                <a:moveTo>
                  <a:pt x="72356" y="0"/>
                </a:moveTo>
                <a:lnTo>
                  <a:pt x="217068" y="0"/>
                </a:lnTo>
                <a:cubicBezTo>
                  <a:pt x="257029" y="0"/>
                  <a:pt x="289424" y="32395"/>
                  <a:pt x="289424" y="72356"/>
                </a:cubicBezTo>
                <a:lnTo>
                  <a:pt x="289424" y="217068"/>
                </a:lnTo>
                <a:cubicBezTo>
                  <a:pt x="289424" y="257029"/>
                  <a:pt x="257029" y="289424"/>
                  <a:pt x="217068" y="289424"/>
                </a:cubicBezTo>
                <a:lnTo>
                  <a:pt x="72356" y="289424"/>
                </a:lnTo>
                <a:cubicBezTo>
                  <a:pt x="32395" y="289424"/>
                  <a:pt x="0" y="257029"/>
                  <a:pt x="0" y="217068"/>
                </a:cubicBezTo>
                <a:lnTo>
                  <a:pt x="0" y="72356"/>
                </a:lnTo>
                <a:cubicBezTo>
                  <a:pt x="0" y="32422"/>
                  <a:pt x="32422" y="0"/>
                  <a:pt x="72356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7704340" y="4775501"/>
            <a:ext cx="135668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b="1" dirty="0">
                <a:solidFill>
                  <a:srgbClr val="3B82F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7992860" y="4721234"/>
            <a:ext cx="2405840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ML model processes inputs instantly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7594902" y="5119193"/>
            <a:ext cx="289424" cy="289424"/>
          </a:xfrm>
          <a:custGeom>
            <a:avLst/>
            <a:gdLst/>
            <a:ahLst/>
            <a:cxnLst/>
            <a:rect l="l" t="t" r="r" b="b"/>
            <a:pathLst>
              <a:path w="289424" h="289424">
                <a:moveTo>
                  <a:pt x="72356" y="0"/>
                </a:moveTo>
                <a:lnTo>
                  <a:pt x="217068" y="0"/>
                </a:lnTo>
                <a:cubicBezTo>
                  <a:pt x="257029" y="0"/>
                  <a:pt x="289424" y="32395"/>
                  <a:pt x="289424" y="72356"/>
                </a:cubicBezTo>
                <a:lnTo>
                  <a:pt x="289424" y="217068"/>
                </a:lnTo>
                <a:cubicBezTo>
                  <a:pt x="289424" y="257029"/>
                  <a:pt x="257029" y="289424"/>
                  <a:pt x="217068" y="289424"/>
                </a:cubicBezTo>
                <a:lnTo>
                  <a:pt x="72356" y="289424"/>
                </a:lnTo>
                <a:cubicBezTo>
                  <a:pt x="32395" y="289424"/>
                  <a:pt x="0" y="257029"/>
                  <a:pt x="0" y="217068"/>
                </a:cubicBezTo>
                <a:lnTo>
                  <a:pt x="0" y="72356"/>
                </a:lnTo>
                <a:cubicBezTo>
                  <a:pt x="0" y="32422"/>
                  <a:pt x="32422" y="0"/>
                  <a:pt x="72356" y="0"/>
                </a:cubicBezTo>
                <a:close/>
              </a:path>
            </a:pathLst>
          </a:custGeom>
          <a:solidFill>
            <a:srgbClr val="F97316">
              <a:alpha val="20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7704340" y="5173460"/>
            <a:ext cx="135668" cy="180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7" b="1" dirty="0">
                <a:solidFill>
                  <a:srgbClr val="F9731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992860" y="5119193"/>
            <a:ext cx="2035015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Predicted final score displayed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7374215" y="5817427"/>
            <a:ext cx="4448090" cy="803153"/>
          </a:xfrm>
          <a:custGeom>
            <a:avLst/>
            <a:gdLst/>
            <a:ahLst/>
            <a:cxnLst/>
            <a:rect l="l" t="t" r="r" b="b"/>
            <a:pathLst>
              <a:path w="4448090" h="803153">
                <a:moveTo>
                  <a:pt x="144712" y="0"/>
                </a:moveTo>
                <a:lnTo>
                  <a:pt x="4303378" y="0"/>
                </a:lnTo>
                <a:cubicBezTo>
                  <a:pt x="4383300" y="0"/>
                  <a:pt x="4448090" y="64790"/>
                  <a:pt x="4448090" y="144712"/>
                </a:cubicBezTo>
                <a:lnTo>
                  <a:pt x="4448090" y="658441"/>
                </a:lnTo>
                <a:cubicBezTo>
                  <a:pt x="4448090" y="738363"/>
                  <a:pt x="4383300" y="803153"/>
                  <a:pt x="4303378" y="803153"/>
                </a:cubicBezTo>
                <a:lnTo>
                  <a:pt x="144712" y="803153"/>
                </a:lnTo>
                <a:cubicBezTo>
                  <a:pt x="64843" y="803153"/>
                  <a:pt x="0" y="738309"/>
                  <a:pt x="0" y="658441"/>
                </a:cubicBezTo>
                <a:lnTo>
                  <a:pt x="0" y="144712"/>
                </a:lnTo>
                <a:cubicBezTo>
                  <a:pt x="0" y="64843"/>
                  <a:pt x="64843" y="0"/>
                  <a:pt x="144712" y="0"/>
                </a:cubicBezTo>
                <a:close/>
              </a:path>
            </a:pathLst>
          </a:custGeom>
          <a:solidFill>
            <a:srgbClr val="1E293B"/>
          </a:solidFill>
          <a:ln w="10160">
            <a:solidFill>
              <a:srgbClr val="F97316">
                <a:alpha val="30196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599424" y="6110477"/>
            <a:ext cx="162801" cy="217068"/>
          </a:xfrm>
          <a:custGeom>
            <a:avLst/>
            <a:gdLst/>
            <a:ahLst/>
            <a:cxnLst/>
            <a:rect l="l" t="t" r="r" b="b"/>
            <a:pathLst>
              <a:path w="162801" h="217068">
                <a:moveTo>
                  <a:pt x="124178" y="162801"/>
                </a:moveTo>
                <a:cubicBezTo>
                  <a:pt x="127273" y="153347"/>
                  <a:pt x="133463" y="144783"/>
                  <a:pt x="140458" y="137406"/>
                </a:cubicBezTo>
                <a:cubicBezTo>
                  <a:pt x="154322" y="122822"/>
                  <a:pt x="162801" y="103107"/>
                  <a:pt x="162801" y="81401"/>
                </a:cubicBezTo>
                <a:cubicBezTo>
                  <a:pt x="162801" y="36461"/>
                  <a:pt x="126341" y="0"/>
                  <a:pt x="81401" y="0"/>
                </a:cubicBezTo>
                <a:cubicBezTo>
                  <a:pt x="36461" y="0"/>
                  <a:pt x="0" y="36461"/>
                  <a:pt x="0" y="81401"/>
                </a:cubicBezTo>
                <a:cubicBezTo>
                  <a:pt x="0" y="103107"/>
                  <a:pt x="8479" y="122822"/>
                  <a:pt x="22343" y="137406"/>
                </a:cubicBezTo>
                <a:cubicBezTo>
                  <a:pt x="29338" y="144783"/>
                  <a:pt x="35570" y="153347"/>
                  <a:pt x="38623" y="162801"/>
                </a:cubicBezTo>
                <a:lnTo>
                  <a:pt x="124136" y="162801"/>
                </a:lnTo>
                <a:close/>
                <a:moveTo>
                  <a:pt x="122101" y="183151"/>
                </a:moveTo>
                <a:lnTo>
                  <a:pt x="40700" y="183151"/>
                </a:lnTo>
                <a:lnTo>
                  <a:pt x="40700" y="189935"/>
                </a:lnTo>
                <a:cubicBezTo>
                  <a:pt x="40700" y="208674"/>
                  <a:pt x="55878" y="223852"/>
                  <a:pt x="74617" y="223852"/>
                </a:cubicBezTo>
                <a:lnTo>
                  <a:pt x="88184" y="223852"/>
                </a:lnTo>
                <a:cubicBezTo>
                  <a:pt x="106923" y="223852"/>
                  <a:pt x="122101" y="208674"/>
                  <a:pt x="122101" y="189935"/>
                </a:cubicBezTo>
                <a:lnTo>
                  <a:pt x="122101" y="183151"/>
                </a:lnTo>
                <a:close/>
                <a:moveTo>
                  <a:pt x="78009" y="47484"/>
                </a:moveTo>
                <a:cubicBezTo>
                  <a:pt x="61135" y="47484"/>
                  <a:pt x="47484" y="61135"/>
                  <a:pt x="47484" y="78009"/>
                </a:cubicBezTo>
                <a:cubicBezTo>
                  <a:pt x="47484" y="83648"/>
                  <a:pt x="42947" y="88184"/>
                  <a:pt x="37309" y="88184"/>
                </a:cubicBezTo>
                <a:cubicBezTo>
                  <a:pt x="31670" y="88184"/>
                  <a:pt x="27134" y="83648"/>
                  <a:pt x="27134" y="78009"/>
                </a:cubicBezTo>
                <a:cubicBezTo>
                  <a:pt x="27134" y="49900"/>
                  <a:pt x="49900" y="27134"/>
                  <a:pt x="78009" y="27134"/>
                </a:cubicBezTo>
                <a:cubicBezTo>
                  <a:pt x="83648" y="27134"/>
                  <a:pt x="88184" y="31670"/>
                  <a:pt x="88184" y="37309"/>
                </a:cubicBezTo>
                <a:cubicBezTo>
                  <a:pt x="88184" y="42947"/>
                  <a:pt x="83648" y="47484"/>
                  <a:pt x="78009" y="47484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29" name="Text 26"/>
          <p:cNvSpPr/>
          <p:nvPr/>
        </p:nvSpPr>
        <p:spPr>
          <a:xfrm>
            <a:off x="7908746" y="6001942"/>
            <a:ext cx="3798694" cy="434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F9731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Tip:</a:t>
            </a:r>
            <a:r>
              <a:rPr lang="en-US" sz="1139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Enter accurate current match data for best prediction results.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495300"/>
            <a:ext cx="76200" cy="457200"/>
          </a:xfrm>
          <a:custGeom>
            <a:avLst/>
            <a:gdLst/>
            <a:ahLst/>
            <a:cxnLst/>
            <a:rect l="l" t="t" r="r" b="b"/>
            <a:pathLst>
              <a:path w="76200" h="457200">
                <a:moveTo>
                  <a:pt x="38100" y="0"/>
                </a:moveTo>
                <a:lnTo>
                  <a:pt x="38100" y="0"/>
                </a:lnTo>
                <a:cubicBezTo>
                  <a:pt x="59128" y="0"/>
                  <a:pt x="76200" y="17072"/>
                  <a:pt x="76200" y="38100"/>
                </a:cubicBezTo>
                <a:lnTo>
                  <a:pt x="76200" y="419100"/>
                </a:lnTo>
                <a:cubicBezTo>
                  <a:pt x="76200" y="440128"/>
                  <a:pt x="59128" y="457200"/>
                  <a:pt x="38100" y="457200"/>
                </a:cubicBezTo>
                <a:lnTo>
                  <a:pt x="38100" y="457200"/>
                </a:lnTo>
                <a:cubicBezTo>
                  <a:pt x="17072" y="457200"/>
                  <a:pt x="0" y="440128"/>
                  <a:pt x="0" y="419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571500" y="381000"/>
            <a:ext cx="396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kern="0" spc="60" dirty="0">
                <a:solidFill>
                  <a:srgbClr val="F9731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13 / Obstacles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71500" y="6096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Challenges Faced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0050" y="1371600"/>
            <a:ext cx="5581650" cy="1943100"/>
          </a:xfrm>
          <a:custGeom>
            <a:avLst/>
            <a:gdLst/>
            <a:ahLst/>
            <a:cxnLst/>
            <a:rect l="l" t="t" r="r" b="b"/>
            <a:pathLst>
              <a:path w="5581650" h="1943100">
                <a:moveTo>
                  <a:pt x="38100" y="0"/>
                </a:moveTo>
                <a:lnTo>
                  <a:pt x="5429253" y="0"/>
                </a:lnTo>
                <a:cubicBezTo>
                  <a:pt x="5513419" y="0"/>
                  <a:pt x="5581650" y="68231"/>
                  <a:pt x="5581650" y="152397"/>
                </a:cubicBezTo>
                <a:lnTo>
                  <a:pt x="5581650" y="1790703"/>
                </a:lnTo>
                <a:cubicBezTo>
                  <a:pt x="5581650" y="1874869"/>
                  <a:pt x="5513419" y="1943100"/>
                  <a:pt x="5429253" y="1943100"/>
                </a:cubicBezTo>
                <a:lnTo>
                  <a:pt x="38100" y="1943100"/>
                </a:lnTo>
                <a:cubicBezTo>
                  <a:pt x="17072" y="1943100"/>
                  <a:pt x="0" y="1926028"/>
                  <a:pt x="0" y="1905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371600"/>
            <a:ext cx="38100" cy="1943100"/>
          </a:xfrm>
          <a:custGeom>
            <a:avLst/>
            <a:gdLst/>
            <a:ahLst/>
            <a:cxnLst/>
            <a:rect l="l" t="t" r="r" b="b"/>
            <a:pathLst>
              <a:path w="38100" h="1943100">
                <a:moveTo>
                  <a:pt x="38100" y="0"/>
                </a:moveTo>
                <a:lnTo>
                  <a:pt x="38100" y="0"/>
                </a:lnTo>
                <a:lnTo>
                  <a:pt x="38100" y="1943100"/>
                </a:lnTo>
                <a:lnTo>
                  <a:pt x="38100" y="1943100"/>
                </a:lnTo>
                <a:cubicBezTo>
                  <a:pt x="17072" y="1943100"/>
                  <a:pt x="0" y="1926028"/>
                  <a:pt x="0" y="1905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609600" y="15621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62000" y="1714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1562100"/>
            <a:ext cx="459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Data Preprocessing Complexity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95400" y="1905000"/>
            <a:ext cx="4572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Raw IPL data contained inconsistencies, missing values, and multiple formats requiring extensive cleaning.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295400" y="2514600"/>
            <a:ext cx="4495800" cy="609600"/>
          </a:xfrm>
          <a:custGeom>
            <a:avLst/>
            <a:gdLst/>
            <a:ahLst/>
            <a:cxnLst/>
            <a:rect l="l" t="t" r="r" b="b"/>
            <a:pathLst>
              <a:path w="4495800" h="609600">
                <a:moveTo>
                  <a:pt x="76200" y="0"/>
                </a:moveTo>
                <a:lnTo>
                  <a:pt x="4419600" y="0"/>
                </a:lnTo>
                <a:cubicBezTo>
                  <a:pt x="4461656" y="0"/>
                  <a:pt x="4495800" y="34144"/>
                  <a:pt x="4495800" y="76200"/>
                </a:cubicBezTo>
                <a:lnTo>
                  <a:pt x="4495800" y="533400"/>
                </a:lnTo>
                <a:cubicBezTo>
                  <a:pt x="4495800" y="575456"/>
                  <a:pt x="4461656" y="609600"/>
                  <a:pt x="44196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2" name="Shape 10"/>
          <p:cNvSpPr/>
          <p:nvPr/>
        </p:nvSpPr>
        <p:spPr>
          <a:xfrm>
            <a:off x="1428750" y="265938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1638300" y="2628900"/>
            <a:ext cx="41052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2C5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Solution:</a:t>
            </a:r>
            <a:r>
              <a:rPr lang="en-US" sz="1050" dirty="0">
                <a:solidFill>
                  <a:srgbClr val="22C5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Implemented systematic data validation and preprocessing pipeline using Pandas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00050" y="3467100"/>
            <a:ext cx="5581650" cy="1943100"/>
          </a:xfrm>
          <a:custGeom>
            <a:avLst/>
            <a:gdLst/>
            <a:ahLst/>
            <a:cxnLst/>
            <a:rect l="l" t="t" r="r" b="b"/>
            <a:pathLst>
              <a:path w="5581650" h="1943100">
                <a:moveTo>
                  <a:pt x="38100" y="0"/>
                </a:moveTo>
                <a:lnTo>
                  <a:pt x="5429253" y="0"/>
                </a:lnTo>
                <a:cubicBezTo>
                  <a:pt x="5513419" y="0"/>
                  <a:pt x="5581650" y="68231"/>
                  <a:pt x="5581650" y="152397"/>
                </a:cubicBezTo>
                <a:lnTo>
                  <a:pt x="5581650" y="1790703"/>
                </a:lnTo>
                <a:cubicBezTo>
                  <a:pt x="5581650" y="1874869"/>
                  <a:pt x="5513419" y="1943100"/>
                  <a:pt x="5429253" y="1943100"/>
                </a:cubicBezTo>
                <a:lnTo>
                  <a:pt x="38100" y="1943100"/>
                </a:lnTo>
                <a:cubicBezTo>
                  <a:pt x="17072" y="1943100"/>
                  <a:pt x="0" y="1926028"/>
                  <a:pt x="0" y="1905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400050" y="3467100"/>
            <a:ext cx="38100" cy="1943100"/>
          </a:xfrm>
          <a:custGeom>
            <a:avLst/>
            <a:gdLst/>
            <a:ahLst/>
            <a:cxnLst/>
            <a:rect l="l" t="t" r="r" b="b"/>
            <a:pathLst>
              <a:path w="38100" h="1943100">
                <a:moveTo>
                  <a:pt x="38100" y="0"/>
                </a:moveTo>
                <a:lnTo>
                  <a:pt x="38100" y="0"/>
                </a:lnTo>
                <a:lnTo>
                  <a:pt x="38100" y="1943100"/>
                </a:lnTo>
                <a:lnTo>
                  <a:pt x="38100" y="1943100"/>
                </a:lnTo>
                <a:cubicBezTo>
                  <a:pt x="17072" y="1943100"/>
                  <a:pt x="0" y="1926028"/>
                  <a:pt x="0" y="1905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16" name="Shape 14"/>
          <p:cNvSpPr/>
          <p:nvPr/>
        </p:nvSpPr>
        <p:spPr>
          <a:xfrm>
            <a:off x="609600" y="36576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97316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747713" y="38100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79130" y="17458"/>
                </a:moveTo>
                <a:lnTo>
                  <a:pt x="245299" y="84564"/>
                </a:lnTo>
                <a:cubicBezTo>
                  <a:pt x="257666" y="97110"/>
                  <a:pt x="257666" y="117202"/>
                  <a:pt x="245299" y="129748"/>
                </a:cubicBezTo>
                <a:lnTo>
                  <a:pt x="175468" y="200427"/>
                </a:lnTo>
                <a:cubicBezTo>
                  <a:pt x="171316" y="204624"/>
                  <a:pt x="164529" y="204668"/>
                  <a:pt x="160333" y="200516"/>
                </a:cubicBezTo>
                <a:cubicBezTo>
                  <a:pt x="156136" y="196364"/>
                  <a:pt x="156091" y="189577"/>
                  <a:pt x="160243" y="185380"/>
                </a:cubicBezTo>
                <a:lnTo>
                  <a:pt x="230073" y="114657"/>
                </a:lnTo>
                <a:cubicBezTo>
                  <a:pt x="234181" y="110505"/>
                  <a:pt x="234181" y="103763"/>
                  <a:pt x="230073" y="99611"/>
                </a:cubicBezTo>
                <a:lnTo>
                  <a:pt x="163860" y="32549"/>
                </a:lnTo>
                <a:cubicBezTo>
                  <a:pt x="159707" y="28352"/>
                  <a:pt x="159752" y="21565"/>
                  <a:pt x="163949" y="17413"/>
                </a:cubicBezTo>
                <a:cubicBezTo>
                  <a:pt x="168146" y="13261"/>
                  <a:pt x="174933" y="13305"/>
                  <a:pt x="179085" y="17502"/>
                </a:cubicBezTo>
                <a:close/>
                <a:moveTo>
                  <a:pt x="14332" y="102468"/>
                </a:moveTo>
                <a:lnTo>
                  <a:pt x="14332" y="42863"/>
                </a:lnTo>
                <a:cubicBezTo>
                  <a:pt x="14332" y="27102"/>
                  <a:pt x="27146" y="14288"/>
                  <a:pt x="42907" y="14288"/>
                </a:cubicBezTo>
                <a:lnTo>
                  <a:pt x="102513" y="14288"/>
                </a:lnTo>
                <a:cubicBezTo>
                  <a:pt x="110103" y="14288"/>
                  <a:pt x="117381" y="17279"/>
                  <a:pt x="122739" y="22637"/>
                </a:cubicBezTo>
                <a:lnTo>
                  <a:pt x="187032" y="86931"/>
                </a:lnTo>
                <a:cubicBezTo>
                  <a:pt x="198194" y="98093"/>
                  <a:pt x="198194" y="116175"/>
                  <a:pt x="187032" y="127337"/>
                </a:cubicBezTo>
                <a:lnTo>
                  <a:pt x="127427" y="186943"/>
                </a:lnTo>
                <a:cubicBezTo>
                  <a:pt x="116265" y="198105"/>
                  <a:pt x="98182" y="198105"/>
                  <a:pt x="87020" y="186943"/>
                </a:cubicBezTo>
                <a:lnTo>
                  <a:pt x="22726" y="122649"/>
                </a:lnTo>
                <a:cubicBezTo>
                  <a:pt x="17368" y="117291"/>
                  <a:pt x="14377" y="110014"/>
                  <a:pt x="14377" y="102424"/>
                </a:cubicBezTo>
                <a:close/>
                <a:moveTo>
                  <a:pt x="78626" y="64294"/>
                </a:moveTo>
                <a:cubicBezTo>
                  <a:pt x="78626" y="56408"/>
                  <a:pt x="72224" y="50006"/>
                  <a:pt x="64338" y="50006"/>
                </a:cubicBezTo>
                <a:cubicBezTo>
                  <a:pt x="56453" y="50006"/>
                  <a:pt x="50051" y="56408"/>
                  <a:pt x="50051" y="64294"/>
                </a:cubicBezTo>
                <a:cubicBezTo>
                  <a:pt x="50051" y="72179"/>
                  <a:pt x="56453" y="78581"/>
                  <a:pt x="64338" y="78581"/>
                </a:cubicBezTo>
                <a:cubicBezTo>
                  <a:pt x="72224" y="78581"/>
                  <a:pt x="78626" y="72179"/>
                  <a:pt x="78626" y="64294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1295400" y="3657600"/>
            <a:ext cx="459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Handling Categorical Variables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95400" y="4000500"/>
            <a:ext cx="4572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Team names, cities, and venues are categorical requiring encoding for ML algorithms.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95400" y="4610100"/>
            <a:ext cx="4495800" cy="609600"/>
          </a:xfrm>
          <a:custGeom>
            <a:avLst/>
            <a:gdLst/>
            <a:ahLst/>
            <a:cxnLst/>
            <a:rect l="l" t="t" r="r" b="b"/>
            <a:pathLst>
              <a:path w="4495800" h="609600">
                <a:moveTo>
                  <a:pt x="76200" y="0"/>
                </a:moveTo>
                <a:lnTo>
                  <a:pt x="4419600" y="0"/>
                </a:lnTo>
                <a:cubicBezTo>
                  <a:pt x="4461656" y="0"/>
                  <a:pt x="4495800" y="34144"/>
                  <a:pt x="4495800" y="76200"/>
                </a:cubicBezTo>
                <a:lnTo>
                  <a:pt x="4495800" y="533400"/>
                </a:lnTo>
                <a:cubicBezTo>
                  <a:pt x="4495800" y="575456"/>
                  <a:pt x="4461656" y="609600"/>
                  <a:pt x="44196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1" name="Shape 19"/>
          <p:cNvSpPr/>
          <p:nvPr/>
        </p:nvSpPr>
        <p:spPr>
          <a:xfrm>
            <a:off x="1428750" y="475488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1638300" y="4724400"/>
            <a:ext cx="41052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2C5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Solution:</a:t>
            </a:r>
            <a:r>
              <a:rPr lang="en-US" sz="1050" dirty="0">
                <a:solidFill>
                  <a:srgbClr val="22C5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Applied One-Hot Encoding and Label Encoding techniques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29350" y="1371600"/>
            <a:ext cx="5581650" cy="1943100"/>
          </a:xfrm>
          <a:custGeom>
            <a:avLst/>
            <a:gdLst/>
            <a:ahLst/>
            <a:cxnLst/>
            <a:rect l="l" t="t" r="r" b="b"/>
            <a:pathLst>
              <a:path w="5581650" h="1943100">
                <a:moveTo>
                  <a:pt x="38100" y="0"/>
                </a:moveTo>
                <a:lnTo>
                  <a:pt x="5429253" y="0"/>
                </a:lnTo>
                <a:cubicBezTo>
                  <a:pt x="5513419" y="0"/>
                  <a:pt x="5581650" y="68231"/>
                  <a:pt x="5581650" y="152397"/>
                </a:cubicBezTo>
                <a:lnTo>
                  <a:pt x="5581650" y="1790703"/>
                </a:lnTo>
                <a:cubicBezTo>
                  <a:pt x="5581650" y="1874869"/>
                  <a:pt x="5513419" y="1943100"/>
                  <a:pt x="5429253" y="1943100"/>
                </a:cubicBezTo>
                <a:lnTo>
                  <a:pt x="38100" y="1943100"/>
                </a:lnTo>
                <a:cubicBezTo>
                  <a:pt x="17072" y="1943100"/>
                  <a:pt x="0" y="1926028"/>
                  <a:pt x="0" y="1905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24" name="Shape 22"/>
          <p:cNvSpPr/>
          <p:nvPr/>
        </p:nvSpPr>
        <p:spPr>
          <a:xfrm>
            <a:off x="6229350" y="1371600"/>
            <a:ext cx="38100" cy="1943100"/>
          </a:xfrm>
          <a:custGeom>
            <a:avLst/>
            <a:gdLst/>
            <a:ahLst/>
            <a:cxnLst/>
            <a:rect l="l" t="t" r="r" b="b"/>
            <a:pathLst>
              <a:path w="38100" h="1943100">
                <a:moveTo>
                  <a:pt x="38100" y="0"/>
                </a:moveTo>
                <a:lnTo>
                  <a:pt x="38100" y="0"/>
                </a:lnTo>
                <a:lnTo>
                  <a:pt x="38100" y="1943100"/>
                </a:lnTo>
                <a:lnTo>
                  <a:pt x="38100" y="1943100"/>
                </a:lnTo>
                <a:cubicBezTo>
                  <a:pt x="17072" y="1943100"/>
                  <a:pt x="0" y="1926028"/>
                  <a:pt x="0" y="1905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5" name="Shape 23"/>
          <p:cNvSpPr/>
          <p:nvPr/>
        </p:nvSpPr>
        <p:spPr>
          <a:xfrm>
            <a:off x="6438900" y="15621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591300" y="1714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7124700" y="1562100"/>
            <a:ext cx="459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Model Accuracy Improvement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24700" y="1905000"/>
            <a:ext cx="4572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Initial model accuracy was moderate, requiring optimization to achieve reliable predictions.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124700" y="2514600"/>
            <a:ext cx="4495800" cy="609600"/>
          </a:xfrm>
          <a:custGeom>
            <a:avLst/>
            <a:gdLst/>
            <a:ahLst/>
            <a:cxnLst/>
            <a:rect l="l" t="t" r="r" b="b"/>
            <a:pathLst>
              <a:path w="4495800" h="609600">
                <a:moveTo>
                  <a:pt x="76200" y="0"/>
                </a:moveTo>
                <a:lnTo>
                  <a:pt x="4419600" y="0"/>
                </a:lnTo>
                <a:cubicBezTo>
                  <a:pt x="4461656" y="0"/>
                  <a:pt x="4495800" y="34144"/>
                  <a:pt x="4495800" y="76200"/>
                </a:cubicBezTo>
                <a:lnTo>
                  <a:pt x="4495800" y="533400"/>
                </a:lnTo>
                <a:cubicBezTo>
                  <a:pt x="4495800" y="575456"/>
                  <a:pt x="4461656" y="609600"/>
                  <a:pt x="44196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0" name="Shape 28"/>
          <p:cNvSpPr/>
          <p:nvPr/>
        </p:nvSpPr>
        <p:spPr>
          <a:xfrm>
            <a:off x="7258050" y="265938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31" name="Text 29"/>
          <p:cNvSpPr/>
          <p:nvPr/>
        </p:nvSpPr>
        <p:spPr>
          <a:xfrm>
            <a:off x="7467600" y="2628900"/>
            <a:ext cx="41052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2C5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Solution:</a:t>
            </a:r>
            <a:r>
              <a:rPr lang="en-US" sz="1050" dirty="0">
                <a:solidFill>
                  <a:srgbClr val="22C5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Feature engineering, hyperparameter tuning, and cross-validation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229350" y="3467100"/>
            <a:ext cx="5581650" cy="1752600"/>
          </a:xfrm>
          <a:custGeom>
            <a:avLst/>
            <a:gdLst/>
            <a:ahLst/>
            <a:cxnLst/>
            <a:rect l="l" t="t" r="r" b="b"/>
            <a:pathLst>
              <a:path w="5581650" h="1752600">
                <a:moveTo>
                  <a:pt x="38100" y="0"/>
                </a:moveTo>
                <a:lnTo>
                  <a:pt x="5429244" y="0"/>
                </a:lnTo>
                <a:cubicBezTo>
                  <a:pt x="5513415" y="0"/>
                  <a:pt x="5581650" y="68235"/>
                  <a:pt x="5581650" y="152406"/>
                </a:cubicBezTo>
                <a:lnTo>
                  <a:pt x="5581650" y="1600194"/>
                </a:lnTo>
                <a:cubicBezTo>
                  <a:pt x="5581650" y="1684365"/>
                  <a:pt x="5513415" y="1752600"/>
                  <a:pt x="5429244" y="1752600"/>
                </a:cubicBezTo>
                <a:lnTo>
                  <a:pt x="38100" y="1752600"/>
                </a:lnTo>
                <a:cubicBezTo>
                  <a:pt x="17072" y="1752600"/>
                  <a:pt x="0" y="1735528"/>
                  <a:pt x="0" y="1714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33" name="Shape 31"/>
          <p:cNvSpPr/>
          <p:nvPr/>
        </p:nvSpPr>
        <p:spPr>
          <a:xfrm>
            <a:off x="6229350" y="3467100"/>
            <a:ext cx="38100" cy="1752600"/>
          </a:xfrm>
          <a:custGeom>
            <a:avLst/>
            <a:gdLst/>
            <a:ahLst/>
            <a:cxnLst/>
            <a:rect l="l" t="t" r="r" b="b"/>
            <a:pathLst>
              <a:path w="38100" h="1752600">
                <a:moveTo>
                  <a:pt x="38100" y="0"/>
                </a:moveTo>
                <a:lnTo>
                  <a:pt x="38100" y="0"/>
                </a:lnTo>
                <a:lnTo>
                  <a:pt x="38100" y="1752600"/>
                </a:lnTo>
                <a:lnTo>
                  <a:pt x="38100" y="1752600"/>
                </a:lnTo>
                <a:cubicBezTo>
                  <a:pt x="17072" y="1752600"/>
                  <a:pt x="0" y="1735528"/>
                  <a:pt x="0" y="1714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34" name="Shape 32"/>
          <p:cNvSpPr/>
          <p:nvPr/>
        </p:nvSpPr>
        <p:spPr>
          <a:xfrm>
            <a:off x="6438900" y="36576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97316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6605588" y="38100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57150" y="-14287"/>
                </a:moveTo>
                <a:cubicBezTo>
                  <a:pt x="65053" y="-14287"/>
                  <a:pt x="71438" y="-7903"/>
                  <a:pt x="71438" y="0"/>
                </a:cubicBezTo>
                <a:lnTo>
                  <a:pt x="71438" y="42863"/>
                </a:lnTo>
                <a:lnTo>
                  <a:pt x="128588" y="42863"/>
                </a:lnTo>
                <a:lnTo>
                  <a:pt x="128588" y="0"/>
                </a:lnTo>
                <a:cubicBezTo>
                  <a:pt x="128588" y="-7903"/>
                  <a:pt x="134972" y="-14287"/>
                  <a:pt x="142875" y="-14287"/>
                </a:cubicBezTo>
                <a:cubicBezTo>
                  <a:pt x="150778" y="-14287"/>
                  <a:pt x="157163" y="-7903"/>
                  <a:pt x="157163" y="0"/>
                </a:cubicBezTo>
                <a:lnTo>
                  <a:pt x="157163" y="42863"/>
                </a:lnTo>
                <a:lnTo>
                  <a:pt x="185738" y="42863"/>
                </a:lnTo>
                <a:cubicBezTo>
                  <a:pt x="193640" y="42863"/>
                  <a:pt x="200025" y="49247"/>
                  <a:pt x="200025" y="57150"/>
                </a:cubicBezTo>
                <a:cubicBezTo>
                  <a:pt x="200025" y="65053"/>
                  <a:pt x="193640" y="71438"/>
                  <a:pt x="185738" y="71438"/>
                </a:cubicBezTo>
                <a:lnTo>
                  <a:pt x="185738" y="100013"/>
                </a:lnTo>
                <a:cubicBezTo>
                  <a:pt x="185738" y="142473"/>
                  <a:pt x="154841" y="177745"/>
                  <a:pt x="114300" y="184532"/>
                </a:cubicBezTo>
                <a:lnTo>
                  <a:pt x="114300" y="214313"/>
                </a:lnTo>
                <a:cubicBezTo>
                  <a:pt x="114300" y="222215"/>
                  <a:pt x="107915" y="228600"/>
                  <a:pt x="100013" y="228600"/>
                </a:cubicBezTo>
                <a:cubicBezTo>
                  <a:pt x="92110" y="228600"/>
                  <a:pt x="85725" y="222215"/>
                  <a:pt x="85725" y="214313"/>
                </a:cubicBezTo>
                <a:lnTo>
                  <a:pt x="85725" y="184532"/>
                </a:lnTo>
                <a:cubicBezTo>
                  <a:pt x="45184" y="177745"/>
                  <a:pt x="14288" y="142473"/>
                  <a:pt x="14288" y="100013"/>
                </a:cubicBezTo>
                <a:lnTo>
                  <a:pt x="14288" y="71438"/>
                </a:lnTo>
                <a:cubicBezTo>
                  <a:pt x="6385" y="71438"/>
                  <a:pt x="0" y="65053"/>
                  <a:pt x="0" y="57150"/>
                </a:cubicBezTo>
                <a:cubicBezTo>
                  <a:pt x="0" y="49247"/>
                  <a:pt x="6385" y="42863"/>
                  <a:pt x="14288" y="42863"/>
                </a:cubicBezTo>
                <a:lnTo>
                  <a:pt x="42863" y="42863"/>
                </a:lnTo>
                <a:lnTo>
                  <a:pt x="42863" y="0"/>
                </a:lnTo>
                <a:cubicBezTo>
                  <a:pt x="42863" y="-7903"/>
                  <a:pt x="49247" y="-14287"/>
                  <a:pt x="57150" y="-14287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36" name="Text 34"/>
          <p:cNvSpPr/>
          <p:nvPr/>
        </p:nvSpPr>
        <p:spPr>
          <a:xfrm>
            <a:off x="7124700" y="3657600"/>
            <a:ext cx="459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UI Integration with ML Model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124700" y="4000500"/>
            <a:ext cx="4572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Connecting the frontend interface with backend ML model required seamless API integration.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124700" y="4610100"/>
            <a:ext cx="4495800" cy="419100"/>
          </a:xfrm>
          <a:custGeom>
            <a:avLst/>
            <a:gdLst/>
            <a:ahLst/>
            <a:cxnLst/>
            <a:rect l="l" t="t" r="r" b="b"/>
            <a:pathLst>
              <a:path w="4495800" h="419100">
                <a:moveTo>
                  <a:pt x="76201" y="0"/>
                </a:moveTo>
                <a:lnTo>
                  <a:pt x="4419599" y="0"/>
                </a:lnTo>
                <a:cubicBezTo>
                  <a:pt x="4461684" y="0"/>
                  <a:pt x="4495800" y="34116"/>
                  <a:pt x="4495800" y="76201"/>
                </a:cubicBezTo>
                <a:lnTo>
                  <a:pt x="4495800" y="342899"/>
                </a:lnTo>
                <a:cubicBezTo>
                  <a:pt x="4495800" y="384984"/>
                  <a:pt x="4461684" y="419100"/>
                  <a:pt x="4419599" y="419100"/>
                </a:cubicBezTo>
                <a:lnTo>
                  <a:pt x="76201" y="419100"/>
                </a:lnTo>
                <a:cubicBezTo>
                  <a:pt x="34116" y="419100"/>
                  <a:pt x="0" y="384984"/>
                  <a:pt x="0" y="3428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39" name="Shape 37"/>
          <p:cNvSpPr/>
          <p:nvPr/>
        </p:nvSpPr>
        <p:spPr>
          <a:xfrm>
            <a:off x="7258050" y="475488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66675" y="133350"/>
                </a:moveTo>
                <a:cubicBezTo>
                  <a:pt x="103474" y="133350"/>
                  <a:pt x="133350" y="103474"/>
                  <a:pt x="133350" y="66675"/>
                </a:cubicBezTo>
                <a:cubicBezTo>
                  <a:pt x="133350" y="29876"/>
                  <a:pt x="103474" y="0"/>
                  <a:pt x="66675" y="0"/>
                </a:cubicBezTo>
                <a:cubicBezTo>
                  <a:pt x="29876" y="0"/>
                  <a:pt x="0" y="29876"/>
                  <a:pt x="0" y="66675"/>
                </a:cubicBezTo>
                <a:cubicBezTo>
                  <a:pt x="0" y="103474"/>
                  <a:pt x="29876" y="133350"/>
                  <a:pt x="66675" y="133350"/>
                </a:cubicBezTo>
                <a:close/>
                <a:moveTo>
                  <a:pt x="88657" y="55398"/>
                </a:moveTo>
                <a:lnTo>
                  <a:pt x="67821" y="88735"/>
                </a:lnTo>
                <a:cubicBezTo>
                  <a:pt x="66727" y="90480"/>
                  <a:pt x="64852" y="91574"/>
                  <a:pt x="62794" y="91678"/>
                </a:cubicBezTo>
                <a:cubicBezTo>
                  <a:pt x="60737" y="91782"/>
                  <a:pt x="58757" y="90845"/>
                  <a:pt x="57533" y="89178"/>
                </a:cubicBezTo>
                <a:lnTo>
                  <a:pt x="45032" y="72509"/>
                </a:lnTo>
                <a:cubicBezTo>
                  <a:pt x="42948" y="69748"/>
                  <a:pt x="43521" y="65842"/>
                  <a:pt x="46282" y="63758"/>
                </a:cubicBezTo>
                <a:cubicBezTo>
                  <a:pt x="49043" y="61674"/>
                  <a:pt x="52949" y="62247"/>
                  <a:pt x="55033" y="65008"/>
                </a:cubicBezTo>
                <a:lnTo>
                  <a:pt x="62065" y="74384"/>
                </a:lnTo>
                <a:lnTo>
                  <a:pt x="78057" y="48782"/>
                </a:lnTo>
                <a:cubicBezTo>
                  <a:pt x="79880" y="45865"/>
                  <a:pt x="83734" y="44954"/>
                  <a:pt x="86678" y="46803"/>
                </a:cubicBezTo>
                <a:cubicBezTo>
                  <a:pt x="89621" y="48652"/>
                  <a:pt x="90506" y="52481"/>
                  <a:pt x="88657" y="55424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40" name="Text 38"/>
          <p:cNvSpPr/>
          <p:nvPr/>
        </p:nvSpPr>
        <p:spPr>
          <a:xfrm>
            <a:off x="7467600" y="4724400"/>
            <a:ext cx="4105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22C5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Solution:</a:t>
            </a:r>
            <a:r>
              <a:rPr lang="en-US" sz="1050" dirty="0">
                <a:solidFill>
                  <a:srgbClr val="22C55E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 Used Flask framework with RESTful API endpoints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217920" y="5379720"/>
            <a:ext cx="5587365" cy="891540"/>
          </a:xfrm>
          <a:custGeom>
            <a:avLst/>
            <a:gdLst/>
            <a:ahLst/>
            <a:cxnLst/>
            <a:rect l="l" t="t" r="r" b="b"/>
            <a:pathLst>
              <a:path w="5587365" h="891540">
                <a:moveTo>
                  <a:pt x="152400" y="0"/>
                </a:moveTo>
                <a:lnTo>
                  <a:pt x="5434965" y="0"/>
                </a:lnTo>
                <a:cubicBezTo>
                  <a:pt x="5519133" y="0"/>
                  <a:pt x="5587365" y="68232"/>
                  <a:pt x="5587365" y="152400"/>
                </a:cubicBezTo>
                <a:lnTo>
                  <a:pt x="5587365" y="739140"/>
                </a:lnTo>
                <a:cubicBezTo>
                  <a:pt x="5587365" y="823308"/>
                  <a:pt x="5519133" y="891540"/>
                  <a:pt x="5434965" y="891540"/>
                </a:cubicBezTo>
                <a:lnTo>
                  <a:pt x="152400" y="891540"/>
                </a:lnTo>
                <a:cubicBezTo>
                  <a:pt x="68232" y="891540"/>
                  <a:pt x="0" y="823308"/>
                  <a:pt x="0" y="73914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flip="none" rotWithShape="1">
            <a:gsLst>
              <a:gs pos="0">
                <a:srgbClr val="22C55E">
                  <a:alpha val="20000"/>
                </a:srgbClr>
              </a:gs>
              <a:gs pos="100000">
                <a:srgbClr val="3B82F6">
                  <a:alpha val="20000"/>
                </a:srgbClr>
              </a:gs>
            </a:gsLst>
            <a:lin ang="2700000" scaled="1"/>
          </a:gradFill>
          <a:ln w="20320">
            <a:solidFill>
              <a:srgbClr val="22C55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54140" y="5682621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80535" y="0"/>
                </a:moveTo>
                <a:lnTo>
                  <a:pt x="205550" y="0"/>
                </a:lnTo>
                <a:cubicBezTo>
                  <a:pt x="220340" y="0"/>
                  <a:pt x="232395" y="12167"/>
                  <a:pt x="231837" y="26901"/>
                </a:cubicBezTo>
                <a:cubicBezTo>
                  <a:pt x="231725" y="29859"/>
                  <a:pt x="231614" y="32817"/>
                  <a:pt x="231446" y="35719"/>
                </a:cubicBezTo>
                <a:lnTo>
                  <a:pt x="259128" y="35719"/>
                </a:lnTo>
                <a:cubicBezTo>
                  <a:pt x="273695" y="35719"/>
                  <a:pt x="286531" y="47774"/>
                  <a:pt x="285415" y="63512"/>
                </a:cubicBezTo>
                <a:cubicBezTo>
                  <a:pt x="281229" y="121388"/>
                  <a:pt x="251650" y="153200"/>
                  <a:pt x="219559" y="169831"/>
                </a:cubicBezTo>
                <a:cubicBezTo>
                  <a:pt x="210741" y="174408"/>
                  <a:pt x="201755" y="177812"/>
                  <a:pt x="193216" y="180324"/>
                </a:cubicBezTo>
                <a:cubicBezTo>
                  <a:pt x="181942" y="196286"/>
                  <a:pt x="170222" y="204713"/>
                  <a:pt x="160902" y="209234"/>
                </a:cubicBezTo>
                <a:lnTo>
                  <a:pt x="160902" y="250031"/>
                </a:lnTo>
                <a:lnTo>
                  <a:pt x="196621" y="250031"/>
                </a:lnTo>
                <a:cubicBezTo>
                  <a:pt x="206499" y="250031"/>
                  <a:pt x="214480" y="258012"/>
                  <a:pt x="214480" y="267891"/>
                </a:cubicBezTo>
                <a:cubicBezTo>
                  <a:pt x="214480" y="277769"/>
                  <a:pt x="206499" y="285750"/>
                  <a:pt x="196621" y="285750"/>
                </a:cubicBezTo>
                <a:lnTo>
                  <a:pt x="89464" y="285750"/>
                </a:lnTo>
                <a:cubicBezTo>
                  <a:pt x="79586" y="285750"/>
                  <a:pt x="71605" y="277769"/>
                  <a:pt x="71605" y="267891"/>
                </a:cubicBezTo>
                <a:cubicBezTo>
                  <a:pt x="71605" y="258012"/>
                  <a:pt x="79586" y="250031"/>
                  <a:pt x="89464" y="250031"/>
                </a:cubicBezTo>
                <a:lnTo>
                  <a:pt x="125183" y="250031"/>
                </a:lnTo>
                <a:lnTo>
                  <a:pt x="125183" y="209234"/>
                </a:lnTo>
                <a:cubicBezTo>
                  <a:pt x="116253" y="204936"/>
                  <a:pt x="105147" y="196955"/>
                  <a:pt x="94320" y="182277"/>
                </a:cubicBezTo>
                <a:cubicBezTo>
                  <a:pt x="84051" y="179598"/>
                  <a:pt x="72889" y="175524"/>
                  <a:pt x="62006" y="169385"/>
                </a:cubicBezTo>
                <a:cubicBezTo>
                  <a:pt x="31812" y="152474"/>
                  <a:pt x="4576" y="120607"/>
                  <a:pt x="670" y="63401"/>
                </a:cubicBezTo>
                <a:cubicBezTo>
                  <a:pt x="-391" y="47718"/>
                  <a:pt x="12390" y="35663"/>
                  <a:pt x="26956" y="35663"/>
                </a:cubicBezTo>
                <a:lnTo>
                  <a:pt x="54639" y="35663"/>
                </a:lnTo>
                <a:cubicBezTo>
                  <a:pt x="54471" y="32761"/>
                  <a:pt x="54359" y="29859"/>
                  <a:pt x="54248" y="26845"/>
                </a:cubicBezTo>
                <a:cubicBezTo>
                  <a:pt x="53690" y="12055"/>
                  <a:pt x="65745" y="-56"/>
                  <a:pt x="80535" y="-56"/>
                </a:cubicBezTo>
                <a:close/>
                <a:moveTo>
                  <a:pt x="56648" y="62508"/>
                </a:moveTo>
                <a:lnTo>
                  <a:pt x="27403" y="62508"/>
                </a:lnTo>
                <a:cubicBezTo>
                  <a:pt x="30863" y="109779"/>
                  <a:pt x="52574" y="133443"/>
                  <a:pt x="74954" y="146000"/>
                </a:cubicBezTo>
                <a:cubicBezTo>
                  <a:pt x="66917" y="125183"/>
                  <a:pt x="60275" y="98003"/>
                  <a:pt x="56648" y="62508"/>
                </a:cubicBezTo>
                <a:close/>
                <a:moveTo>
                  <a:pt x="212080" y="143321"/>
                </a:moveTo>
                <a:cubicBezTo>
                  <a:pt x="234683" y="130039"/>
                  <a:pt x="255110" y="106431"/>
                  <a:pt x="258570" y="62508"/>
                </a:cubicBezTo>
                <a:lnTo>
                  <a:pt x="229381" y="62508"/>
                </a:lnTo>
                <a:cubicBezTo>
                  <a:pt x="225921" y="96496"/>
                  <a:pt x="219670" y="122895"/>
                  <a:pt x="212080" y="143321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43" name="Text 41"/>
          <p:cNvSpPr/>
          <p:nvPr/>
        </p:nvSpPr>
        <p:spPr>
          <a:xfrm>
            <a:off x="6887528" y="5577846"/>
            <a:ext cx="4086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Success Rate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887528" y="5844546"/>
            <a:ext cx="4067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challenges successfully resolved with effective solutions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uy4utotm5czlu/stadium_stumps.jpg"/>
          <p:cNvPicPr>
            <a:picLocks noChangeAspect="1"/>
          </p:cNvPicPr>
          <p:nvPr/>
        </p:nvPicPr>
        <p:blipFill>
          <a:blip r:embed="rId3"/>
          <a:srcRect t="797" b="797"/>
          <a:stretch/>
        </p:blipFill>
        <p:spPr>
          <a:xfrm>
            <a:off x="0" y="0"/>
            <a:ext cx="12192000" cy="6855866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5866"/>
          </a:xfrm>
          <a:custGeom>
            <a:avLst/>
            <a:gdLst/>
            <a:ahLst/>
            <a:cxnLst/>
            <a:rect l="l" t="t" r="r" b="b"/>
            <a:pathLst>
              <a:path w="12192000" h="6855866">
                <a:moveTo>
                  <a:pt x="0" y="0"/>
                </a:moveTo>
                <a:lnTo>
                  <a:pt x="12192000" y="0"/>
                </a:lnTo>
                <a:lnTo>
                  <a:pt x="12192000" y="6855866"/>
                </a:lnTo>
                <a:lnTo>
                  <a:pt x="0" y="685586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0F172A">
                  <a:alpha val="95000"/>
                </a:srgbClr>
              </a:gs>
              <a:gs pos="50000">
                <a:srgbClr val="0F172A">
                  <a:alpha val="90000"/>
                </a:srgbClr>
              </a:gs>
              <a:gs pos="100000">
                <a:srgbClr val="3B82F6">
                  <a:alpha val="5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41513" y="648874"/>
            <a:ext cx="68303" cy="409815"/>
          </a:xfrm>
          <a:custGeom>
            <a:avLst/>
            <a:gdLst/>
            <a:ahLst/>
            <a:cxnLst/>
            <a:rect l="l" t="t" r="r" b="b"/>
            <a:pathLst>
              <a:path w="68303" h="409815">
                <a:moveTo>
                  <a:pt x="34151" y="0"/>
                </a:moveTo>
                <a:lnTo>
                  <a:pt x="34151" y="0"/>
                </a:lnTo>
                <a:cubicBezTo>
                  <a:pt x="53000" y="0"/>
                  <a:pt x="68303" y="15303"/>
                  <a:pt x="68303" y="34151"/>
                </a:cubicBezTo>
                <a:lnTo>
                  <a:pt x="68303" y="375664"/>
                </a:lnTo>
                <a:cubicBezTo>
                  <a:pt x="68303" y="394525"/>
                  <a:pt x="53012" y="409815"/>
                  <a:pt x="34151" y="409815"/>
                </a:cubicBezTo>
                <a:lnTo>
                  <a:pt x="34151" y="409815"/>
                </a:lnTo>
                <a:cubicBezTo>
                  <a:pt x="15290" y="409815"/>
                  <a:pt x="0" y="394525"/>
                  <a:pt x="0" y="375664"/>
                </a:cubicBezTo>
                <a:lnTo>
                  <a:pt x="0" y="34151"/>
                </a:lnTo>
                <a:cubicBezTo>
                  <a:pt x="0" y="15303"/>
                  <a:pt x="15303" y="0"/>
                  <a:pt x="34151" y="0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5" name="Text 2"/>
          <p:cNvSpPr/>
          <p:nvPr/>
        </p:nvSpPr>
        <p:spPr>
          <a:xfrm>
            <a:off x="512269" y="546420"/>
            <a:ext cx="2296672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b="1" kern="0" spc="54" dirty="0">
                <a:solidFill>
                  <a:srgbClr val="F97316"/>
                </a:solidFill>
                <a:latin typeface="Coda" pitchFamily="34" charset="0"/>
                <a:ea typeface="Coda" pitchFamily="34" charset="-122"/>
                <a:cs typeface="Coda" pitchFamily="34" charset="-120"/>
              </a:rPr>
              <a:t>14 / Summary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12269" y="751328"/>
            <a:ext cx="2433277" cy="4098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27" b="1" dirty="0">
                <a:solidFill>
                  <a:srgbClr val="F8FAF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44928" y="1301163"/>
            <a:ext cx="11498729" cy="2192511"/>
          </a:xfrm>
          <a:custGeom>
            <a:avLst/>
            <a:gdLst/>
            <a:ahLst/>
            <a:cxnLst/>
            <a:rect l="l" t="t" r="r" b="b"/>
            <a:pathLst>
              <a:path w="11498729" h="2192511">
                <a:moveTo>
                  <a:pt x="136615" y="0"/>
                </a:moveTo>
                <a:lnTo>
                  <a:pt x="11362114" y="0"/>
                </a:lnTo>
                <a:cubicBezTo>
                  <a:pt x="11437565" y="0"/>
                  <a:pt x="11498729" y="61165"/>
                  <a:pt x="11498729" y="136615"/>
                </a:cubicBezTo>
                <a:lnTo>
                  <a:pt x="11498729" y="2055896"/>
                </a:lnTo>
                <a:cubicBezTo>
                  <a:pt x="11498729" y="2131346"/>
                  <a:pt x="11437565" y="2192511"/>
                  <a:pt x="11362114" y="2192511"/>
                </a:cubicBezTo>
                <a:lnTo>
                  <a:pt x="136615" y="2192511"/>
                </a:lnTo>
                <a:cubicBezTo>
                  <a:pt x="61165" y="2192511"/>
                  <a:pt x="0" y="2131346"/>
                  <a:pt x="0" y="2055896"/>
                </a:cubicBezTo>
                <a:lnTo>
                  <a:pt x="0" y="136615"/>
                </a:lnTo>
                <a:cubicBezTo>
                  <a:pt x="0" y="61215"/>
                  <a:pt x="61215" y="0"/>
                  <a:pt x="136615" y="0"/>
                </a:cubicBezTo>
                <a:close/>
              </a:path>
            </a:pathLst>
          </a:custGeom>
          <a:solidFill>
            <a:srgbClr val="1E293B">
              <a:alpha val="90196"/>
            </a:srgbClr>
          </a:solidFill>
          <a:ln w="1016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53250" y="1509484"/>
            <a:ext cx="546420" cy="546420"/>
          </a:xfrm>
          <a:custGeom>
            <a:avLst/>
            <a:gdLst/>
            <a:ahLst/>
            <a:cxnLst/>
            <a:rect l="l" t="t" r="r" b="b"/>
            <a:pathLst>
              <a:path w="546420" h="546420">
                <a:moveTo>
                  <a:pt x="136605" y="0"/>
                </a:moveTo>
                <a:lnTo>
                  <a:pt x="409815" y="0"/>
                </a:lnTo>
                <a:cubicBezTo>
                  <a:pt x="485260" y="0"/>
                  <a:pt x="546420" y="61160"/>
                  <a:pt x="546420" y="136605"/>
                </a:cubicBezTo>
                <a:lnTo>
                  <a:pt x="546420" y="409815"/>
                </a:lnTo>
                <a:cubicBezTo>
                  <a:pt x="546420" y="485260"/>
                  <a:pt x="485260" y="546420"/>
                  <a:pt x="409815" y="546420"/>
                </a:cubicBezTo>
                <a:lnTo>
                  <a:pt x="136605" y="546420"/>
                </a:lnTo>
                <a:cubicBezTo>
                  <a:pt x="61160" y="546420"/>
                  <a:pt x="0" y="485260"/>
                  <a:pt x="0" y="409815"/>
                </a:cubicBezTo>
                <a:lnTo>
                  <a:pt x="0" y="136605"/>
                </a:lnTo>
                <a:cubicBezTo>
                  <a:pt x="0" y="61211"/>
                  <a:pt x="61211" y="0"/>
                  <a:pt x="136605" y="0"/>
                </a:cubicBezTo>
                <a:close/>
              </a:path>
            </a:pathLst>
          </a:custGeom>
          <a:solidFill>
            <a:srgbClr val="22C55E"/>
          </a:soli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00528" y="1654627"/>
            <a:ext cx="256134" cy="256134"/>
          </a:xfrm>
          <a:custGeom>
            <a:avLst/>
            <a:gdLst/>
            <a:ahLst/>
            <a:cxnLst/>
            <a:rect l="l" t="t" r="r" b="b"/>
            <a:pathLst>
              <a:path w="256134" h="256134">
                <a:moveTo>
                  <a:pt x="128067" y="256134"/>
                </a:moveTo>
                <a:cubicBezTo>
                  <a:pt x="198749" y="256134"/>
                  <a:pt x="256134" y="198749"/>
                  <a:pt x="256134" y="128067"/>
                </a:cubicBezTo>
                <a:cubicBezTo>
                  <a:pt x="256134" y="57385"/>
                  <a:pt x="198749" y="0"/>
                  <a:pt x="128067" y="0"/>
                </a:cubicBezTo>
                <a:cubicBezTo>
                  <a:pt x="57385" y="0"/>
                  <a:pt x="0" y="57385"/>
                  <a:pt x="0" y="128067"/>
                </a:cubicBezTo>
                <a:cubicBezTo>
                  <a:pt x="0" y="198749"/>
                  <a:pt x="57385" y="256134"/>
                  <a:pt x="128067" y="256134"/>
                </a:cubicBezTo>
                <a:close/>
                <a:moveTo>
                  <a:pt x="170289" y="106406"/>
                </a:moveTo>
                <a:lnTo>
                  <a:pt x="130268" y="170439"/>
                </a:lnTo>
                <a:cubicBezTo>
                  <a:pt x="128167" y="173791"/>
                  <a:pt x="124565" y="175892"/>
                  <a:pt x="120613" y="176092"/>
                </a:cubicBezTo>
                <a:cubicBezTo>
                  <a:pt x="116661" y="176293"/>
                  <a:pt x="112859" y="174492"/>
                  <a:pt x="110508" y="171290"/>
                </a:cubicBezTo>
                <a:lnTo>
                  <a:pt x="86495" y="139273"/>
                </a:lnTo>
                <a:cubicBezTo>
                  <a:pt x="82493" y="133970"/>
                  <a:pt x="83594" y="126466"/>
                  <a:pt x="88897" y="122464"/>
                </a:cubicBezTo>
                <a:cubicBezTo>
                  <a:pt x="94199" y="118462"/>
                  <a:pt x="101703" y="119563"/>
                  <a:pt x="105705" y="124866"/>
                </a:cubicBezTo>
                <a:lnTo>
                  <a:pt x="119213" y="142875"/>
                </a:lnTo>
                <a:lnTo>
                  <a:pt x="149929" y="93699"/>
                </a:lnTo>
                <a:cubicBezTo>
                  <a:pt x="153431" y="88096"/>
                  <a:pt x="160834" y="86345"/>
                  <a:pt x="166487" y="89897"/>
                </a:cubicBezTo>
                <a:cubicBezTo>
                  <a:pt x="172140" y="93449"/>
                  <a:pt x="173841" y="100803"/>
                  <a:pt x="170289" y="106456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10" name="Text 7"/>
          <p:cNvSpPr/>
          <p:nvPr/>
        </p:nvSpPr>
        <p:spPr>
          <a:xfrm>
            <a:off x="1236276" y="1629013"/>
            <a:ext cx="2800403" cy="307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17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Project Achievements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53250" y="2192509"/>
            <a:ext cx="5472739" cy="478118"/>
          </a:xfrm>
          <a:custGeom>
            <a:avLst/>
            <a:gdLst/>
            <a:ahLst/>
            <a:cxnLst/>
            <a:rect l="l" t="t" r="r" b="b"/>
            <a:pathLst>
              <a:path w="5472739" h="478118">
                <a:moveTo>
                  <a:pt x="102456" y="0"/>
                </a:moveTo>
                <a:lnTo>
                  <a:pt x="5370284" y="0"/>
                </a:lnTo>
                <a:cubicBezTo>
                  <a:pt x="5426831" y="0"/>
                  <a:pt x="5472739" y="45909"/>
                  <a:pt x="5472739" y="102456"/>
                </a:cubicBezTo>
                <a:lnTo>
                  <a:pt x="5472739" y="375662"/>
                </a:lnTo>
                <a:cubicBezTo>
                  <a:pt x="5472739" y="432209"/>
                  <a:pt x="5426831" y="478118"/>
                  <a:pt x="5370284" y="478118"/>
                </a:cubicBezTo>
                <a:lnTo>
                  <a:pt x="102456" y="478118"/>
                </a:lnTo>
                <a:cubicBezTo>
                  <a:pt x="45909" y="478118"/>
                  <a:pt x="0" y="432209"/>
                  <a:pt x="0" y="375662"/>
                </a:cubicBezTo>
                <a:lnTo>
                  <a:pt x="0" y="102456"/>
                </a:lnTo>
                <a:cubicBezTo>
                  <a:pt x="0" y="45909"/>
                  <a:pt x="45909" y="0"/>
                  <a:pt x="102456" y="0"/>
                </a:cubicBezTo>
                <a:close/>
              </a:path>
            </a:pathLst>
          </a:custGeom>
          <a:solidFill>
            <a:srgbClr val="0F172A">
              <a:alpha val="70196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711200" y="2363266"/>
            <a:ext cx="170756" cy="170756"/>
          </a:xfrm>
          <a:custGeom>
            <a:avLst/>
            <a:gdLst/>
            <a:ahLst/>
            <a:cxnLst/>
            <a:rect l="l" t="t" r="r" b="b"/>
            <a:pathLst>
              <a:path w="170756" h="170756">
                <a:moveTo>
                  <a:pt x="149412" y="85378"/>
                </a:moveTo>
                <a:cubicBezTo>
                  <a:pt x="149412" y="50037"/>
                  <a:pt x="120719" y="21345"/>
                  <a:pt x="85378" y="21345"/>
                </a:cubicBezTo>
                <a:cubicBezTo>
                  <a:pt x="50037" y="21345"/>
                  <a:pt x="21345" y="50037"/>
                  <a:pt x="21345" y="85378"/>
                </a:cubicBezTo>
                <a:cubicBezTo>
                  <a:pt x="21345" y="120719"/>
                  <a:pt x="50037" y="149412"/>
                  <a:pt x="85378" y="149412"/>
                </a:cubicBezTo>
                <a:cubicBezTo>
                  <a:pt x="120719" y="149412"/>
                  <a:pt x="149412" y="120719"/>
                  <a:pt x="149412" y="85378"/>
                </a:cubicBezTo>
                <a:close/>
                <a:moveTo>
                  <a:pt x="0" y="85378"/>
                </a:moveTo>
                <a:cubicBezTo>
                  <a:pt x="0" y="38257"/>
                  <a:pt x="38257" y="0"/>
                  <a:pt x="85378" y="0"/>
                </a:cubicBezTo>
                <a:cubicBezTo>
                  <a:pt x="132500" y="0"/>
                  <a:pt x="170756" y="38257"/>
                  <a:pt x="170756" y="85378"/>
                </a:cubicBezTo>
                <a:cubicBezTo>
                  <a:pt x="170756" y="132500"/>
                  <a:pt x="132500" y="170756"/>
                  <a:pt x="85378" y="170756"/>
                </a:cubicBezTo>
                <a:cubicBezTo>
                  <a:pt x="38257" y="170756"/>
                  <a:pt x="0" y="132500"/>
                  <a:pt x="0" y="85378"/>
                </a:cubicBezTo>
                <a:close/>
                <a:moveTo>
                  <a:pt x="85378" y="112059"/>
                </a:moveTo>
                <a:cubicBezTo>
                  <a:pt x="100104" y="112059"/>
                  <a:pt x="112059" y="100104"/>
                  <a:pt x="112059" y="85378"/>
                </a:cubicBezTo>
                <a:cubicBezTo>
                  <a:pt x="112059" y="70653"/>
                  <a:pt x="100104" y="58697"/>
                  <a:pt x="85378" y="58697"/>
                </a:cubicBezTo>
                <a:cubicBezTo>
                  <a:pt x="70653" y="58697"/>
                  <a:pt x="58697" y="70653"/>
                  <a:pt x="58697" y="85378"/>
                </a:cubicBezTo>
                <a:cubicBezTo>
                  <a:pt x="58697" y="100104"/>
                  <a:pt x="70653" y="112059"/>
                  <a:pt x="85378" y="112059"/>
                </a:cubicBezTo>
                <a:close/>
                <a:moveTo>
                  <a:pt x="85378" y="37353"/>
                </a:moveTo>
                <a:cubicBezTo>
                  <a:pt x="111884" y="37353"/>
                  <a:pt x="133403" y="58872"/>
                  <a:pt x="133403" y="85378"/>
                </a:cubicBezTo>
                <a:cubicBezTo>
                  <a:pt x="133403" y="111884"/>
                  <a:pt x="111884" y="133403"/>
                  <a:pt x="85378" y="133403"/>
                </a:cubicBezTo>
                <a:cubicBezTo>
                  <a:pt x="58872" y="133403"/>
                  <a:pt x="37353" y="111884"/>
                  <a:pt x="37353" y="85378"/>
                </a:cubicBezTo>
                <a:cubicBezTo>
                  <a:pt x="37353" y="58872"/>
                  <a:pt x="58872" y="37353"/>
                  <a:pt x="85378" y="37353"/>
                </a:cubicBezTo>
                <a:close/>
                <a:moveTo>
                  <a:pt x="74706" y="85378"/>
                </a:moveTo>
                <a:cubicBezTo>
                  <a:pt x="74706" y="79488"/>
                  <a:pt x="79488" y="74706"/>
                  <a:pt x="85378" y="74706"/>
                </a:cubicBezTo>
                <a:cubicBezTo>
                  <a:pt x="91268" y="74706"/>
                  <a:pt x="96050" y="79488"/>
                  <a:pt x="96050" y="85378"/>
                </a:cubicBezTo>
                <a:cubicBezTo>
                  <a:pt x="96050" y="91268"/>
                  <a:pt x="91268" y="96050"/>
                  <a:pt x="85378" y="96050"/>
                </a:cubicBezTo>
                <a:cubicBezTo>
                  <a:pt x="79488" y="96050"/>
                  <a:pt x="74706" y="91268"/>
                  <a:pt x="74706" y="85378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755" y="2329114"/>
            <a:ext cx="4567731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dirty="0">
                <a:solidFill>
                  <a:srgbClr val="F8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Successfully built an IPL Score Prediction System using Machine Learning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162382" y="2192509"/>
            <a:ext cx="5472739" cy="478118"/>
          </a:xfrm>
          <a:custGeom>
            <a:avLst/>
            <a:gdLst/>
            <a:ahLst/>
            <a:cxnLst/>
            <a:rect l="l" t="t" r="r" b="b"/>
            <a:pathLst>
              <a:path w="5472739" h="478118">
                <a:moveTo>
                  <a:pt x="102456" y="0"/>
                </a:moveTo>
                <a:lnTo>
                  <a:pt x="5370284" y="0"/>
                </a:lnTo>
                <a:cubicBezTo>
                  <a:pt x="5426831" y="0"/>
                  <a:pt x="5472739" y="45909"/>
                  <a:pt x="5472739" y="102456"/>
                </a:cubicBezTo>
                <a:lnTo>
                  <a:pt x="5472739" y="375662"/>
                </a:lnTo>
                <a:cubicBezTo>
                  <a:pt x="5472739" y="432209"/>
                  <a:pt x="5426831" y="478118"/>
                  <a:pt x="5370284" y="478118"/>
                </a:cubicBezTo>
                <a:lnTo>
                  <a:pt x="102456" y="478118"/>
                </a:lnTo>
                <a:cubicBezTo>
                  <a:pt x="45909" y="478118"/>
                  <a:pt x="0" y="432209"/>
                  <a:pt x="0" y="375662"/>
                </a:cubicBezTo>
                <a:lnTo>
                  <a:pt x="0" y="102456"/>
                </a:lnTo>
                <a:cubicBezTo>
                  <a:pt x="0" y="45909"/>
                  <a:pt x="45909" y="0"/>
                  <a:pt x="102456" y="0"/>
                </a:cubicBezTo>
                <a:close/>
              </a:path>
            </a:pathLst>
          </a:custGeom>
          <a:solidFill>
            <a:srgbClr val="0F172A">
              <a:alpha val="70196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6331004" y="2363266"/>
            <a:ext cx="149412" cy="170756"/>
          </a:xfrm>
          <a:custGeom>
            <a:avLst/>
            <a:gdLst/>
            <a:ahLst/>
            <a:cxnLst/>
            <a:rect l="l" t="t" r="r" b="b"/>
            <a:pathLst>
              <a:path w="149412" h="170756">
                <a:moveTo>
                  <a:pt x="149412" y="68636"/>
                </a:moveTo>
                <a:cubicBezTo>
                  <a:pt x="144476" y="71904"/>
                  <a:pt x="138806" y="74539"/>
                  <a:pt x="132903" y="76640"/>
                </a:cubicBezTo>
                <a:cubicBezTo>
                  <a:pt x="117228" y="82243"/>
                  <a:pt x="96651" y="85378"/>
                  <a:pt x="74706" y="85378"/>
                </a:cubicBezTo>
                <a:cubicBezTo>
                  <a:pt x="52761" y="85378"/>
                  <a:pt x="32150" y="82210"/>
                  <a:pt x="16509" y="76640"/>
                </a:cubicBezTo>
                <a:cubicBezTo>
                  <a:pt x="10639" y="74539"/>
                  <a:pt x="4936" y="71904"/>
                  <a:pt x="0" y="68636"/>
                </a:cubicBezTo>
                <a:lnTo>
                  <a:pt x="0" y="96050"/>
                </a:lnTo>
                <a:cubicBezTo>
                  <a:pt x="0" y="110791"/>
                  <a:pt x="33451" y="122731"/>
                  <a:pt x="74706" y="122731"/>
                </a:cubicBezTo>
                <a:cubicBezTo>
                  <a:pt x="115961" y="122731"/>
                  <a:pt x="149412" y="110791"/>
                  <a:pt x="149412" y="96050"/>
                </a:cubicBezTo>
                <a:lnTo>
                  <a:pt x="149412" y="68636"/>
                </a:lnTo>
                <a:close/>
                <a:moveTo>
                  <a:pt x="149412" y="42689"/>
                </a:moveTo>
                <a:lnTo>
                  <a:pt x="149412" y="26681"/>
                </a:lnTo>
                <a:cubicBezTo>
                  <a:pt x="149412" y="11940"/>
                  <a:pt x="115961" y="0"/>
                  <a:pt x="74706" y="0"/>
                </a:cubicBezTo>
                <a:cubicBezTo>
                  <a:pt x="33451" y="0"/>
                  <a:pt x="0" y="11940"/>
                  <a:pt x="0" y="26681"/>
                </a:cubicBezTo>
                <a:lnTo>
                  <a:pt x="0" y="42689"/>
                </a:lnTo>
                <a:cubicBezTo>
                  <a:pt x="0" y="57430"/>
                  <a:pt x="33451" y="69370"/>
                  <a:pt x="74706" y="69370"/>
                </a:cubicBezTo>
                <a:cubicBezTo>
                  <a:pt x="115961" y="69370"/>
                  <a:pt x="149412" y="57430"/>
                  <a:pt x="149412" y="42689"/>
                </a:cubicBezTo>
                <a:close/>
                <a:moveTo>
                  <a:pt x="132903" y="130002"/>
                </a:moveTo>
                <a:cubicBezTo>
                  <a:pt x="117262" y="135571"/>
                  <a:pt x="96684" y="138739"/>
                  <a:pt x="74706" y="138739"/>
                </a:cubicBezTo>
                <a:cubicBezTo>
                  <a:pt x="52728" y="138739"/>
                  <a:pt x="32150" y="135571"/>
                  <a:pt x="16509" y="130002"/>
                </a:cubicBezTo>
                <a:cubicBezTo>
                  <a:pt x="10639" y="127900"/>
                  <a:pt x="4936" y="125266"/>
                  <a:pt x="0" y="121997"/>
                </a:cubicBezTo>
                <a:lnTo>
                  <a:pt x="0" y="144076"/>
                </a:lnTo>
                <a:cubicBezTo>
                  <a:pt x="0" y="158817"/>
                  <a:pt x="33451" y="170756"/>
                  <a:pt x="74706" y="170756"/>
                </a:cubicBezTo>
                <a:cubicBezTo>
                  <a:pt x="115961" y="170756"/>
                  <a:pt x="149412" y="158817"/>
                  <a:pt x="149412" y="144076"/>
                </a:cubicBezTo>
                <a:lnTo>
                  <a:pt x="149412" y="121997"/>
                </a:lnTo>
                <a:cubicBezTo>
                  <a:pt x="144476" y="125266"/>
                  <a:pt x="138806" y="127900"/>
                  <a:pt x="132903" y="130002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6" name="Text 13"/>
          <p:cNvSpPr/>
          <p:nvPr/>
        </p:nvSpPr>
        <p:spPr>
          <a:xfrm>
            <a:off x="6614886" y="2329114"/>
            <a:ext cx="4772639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dirty="0">
                <a:solidFill>
                  <a:srgbClr val="F8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Used comprehensive cricket dataset with advanced preprocessing techniques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53250" y="2807232"/>
            <a:ext cx="5472739" cy="478118"/>
          </a:xfrm>
          <a:custGeom>
            <a:avLst/>
            <a:gdLst/>
            <a:ahLst/>
            <a:cxnLst/>
            <a:rect l="l" t="t" r="r" b="b"/>
            <a:pathLst>
              <a:path w="5472739" h="478118">
                <a:moveTo>
                  <a:pt x="102456" y="0"/>
                </a:moveTo>
                <a:lnTo>
                  <a:pt x="5370284" y="0"/>
                </a:lnTo>
                <a:cubicBezTo>
                  <a:pt x="5426831" y="0"/>
                  <a:pt x="5472739" y="45909"/>
                  <a:pt x="5472739" y="102456"/>
                </a:cubicBezTo>
                <a:lnTo>
                  <a:pt x="5472739" y="375662"/>
                </a:lnTo>
                <a:cubicBezTo>
                  <a:pt x="5472739" y="432209"/>
                  <a:pt x="5426831" y="478118"/>
                  <a:pt x="5370284" y="478118"/>
                </a:cubicBezTo>
                <a:lnTo>
                  <a:pt x="102456" y="478118"/>
                </a:lnTo>
                <a:cubicBezTo>
                  <a:pt x="45909" y="478118"/>
                  <a:pt x="0" y="432209"/>
                  <a:pt x="0" y="375662"/>
                </a:cubicBezTo>
                <a:lnTo>
                  <a:pt x="0" y="102456"/>
                </a:lnTo>
                <a:cubicBezTo>
                  <a:pt x="0" y="45909"/>
                  <a:pt x="45909" y="0"/>
                  <a:pt x="102456" y="0"/>
                </a:cubicBezTo>
                <a:close/>
              </a:path>
            </a:pathLst>
          </a:custGeom>
          <a:solidFill>
            <a:srgbClr val="0F172A">
              <a:alpha val="70196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711200" y="2977988"/>
            <a:ext cx="170756" cy="170756"/>
          </a:xfrm>
          <a:custGeom>
            <a:avLst/>
            <a:gdLst/>
            <a:ahLst/>
            <a:cxnLst/>
            <a:rect l="l" t="t" r="r" b="b"/>
            <a:pathLst>
              <a:path w="170756" h="170756">
                <a:moveTo>
                  <a:pt x="21345" y="10672"/>
                </a:moveTo>
                <a:cubicBezTo>
                  <a:pt x="9572" y="10672"/>
                  <a:pt x="0" y="20244"/>
                  <a:pt x="0" y="32017"/>
                </a:cubicBezTo>
                <a:lnTo>
                  <a:pt x="0" y="117395"/>
                </a:lnTo>
                <a:cubicBezTo>
                  <a:pt x="0" y="129168"/>
                  <a:pt x="9572" y="138739"/>
                  <a:pt x="21345" y="138739"/>
                </a:cubicBezTo>
                <a:lnTo>
                  <a:pt x="69370" y="138739"/>
                </a:lnTo>
                <a:lnTo>
                  <a:pt x="64034" y="154748"/>
                </a:lnTo>
                <a:lnTo>
                  <a:pt x="40021" y="154748"/>
                </a:lnTo>
                <a:cubicBezTo>
                  <a:pt x="35585" y="154748"/>
                  <a:pt x="32017" y="158316"/>
                  <a:pt x="32017" y="162752"/>
                </a:cubicBezTo>
                <a:cubicBezTo>
                  <a:pt x="32017" y="167188"/>
                  <a:pt x="35585" y="170756"/>
                  <a:pt x="40021" y="170756"/>
                </a:cubicBezTo>
                <a:lnTo>
                  <a:pt x="130735" y="170756"/>
                </a:lnTo>
                <a:cubicBezTo>
                  <a:pt x="135171" y="170756"/>
                  <a:pt x="138739" y="167188"/>
                  <a:pt x="138739" y="162752"/>
                </a:cubicBezTo>
                <a:cubicBezTo>
                  <a:pt x="138739" y="158316"/>
                  <a:pt x="135171" y="154748"/>
                  <a:pt x="130735" y="154748"/>
                </a:cubicBezTo>
                <a:lnTo>
                  <a:pt x="106723" y="154748"/>
                </a:lnTo>
                <a:lnTo>
                  <a:pt x="101387" y="138739"/>
                </a:lnTo>
                <a:lnTo>
                  <a:pt x="149412" y="138739"/>
                </a:lnTo>
                <a:cubicBezTo>
                  <a:pt x="161185" y="138739"/>
                  <a:pt x="170756" y="129168"/>
                  <a:pt x="170756" y="117395"/>
                </a:cubicBezTo>
                <a:lnTo>
                  <a:pt x="170756" y="32017"/>
                </a:lnTo>
                <a:cubicBezTo>
                  <a:pt x="170756" y="20244"/>
                  <a:pt x="161185" y="10672"/>
                  <a:pt x="149412" y="10672"/>
                </a:cubicBezTo>
                <a:lnTo>
                  <a:pt x="21345" y="10672"/>
                </a:lnTo>
                <a:close/>
                <a:moveTo>
                  <a:pt x="32017" y="32017"/>
                </a:moveTo>
                <a:lnTo>
                  <a:pt x="138739" y="32017"/>
                </a:lnTo>
                <a:cubicBezTo>
                  <a:pt x="144643" y="32017"/>
                  <a:pt x="149412" y="36786"/>
                  <a:pt x="149412" y="42689"/>
                </a:cubicBezTo>
                <a:lnTo>
                  <a:pt x="149412" y="96050"/>
                </a:lnTo>
                <a:cubicBezTo>
                  <a:pt x="149412" y="101954"/>
                  <a:pt x="144643" y="106723"/>
                  <a:pt x="138739" y="106723"/>
                </a:cubicBezTo>
                <a:lnTo>
                  <a:pt x="32017" y="106723"/>
                </a:lnTo>
                <a:cubicBezTo>
                  <a:pt x="26114" y="106723"/>
                  <a:pt x="21345" y="101954"/>
                  <a:pt x="21345" y="96050"/>
                </a:cubicBezTo>
                <a:lnTo>
                  <a:pt x="21345" y="42689"/>
                </a:lnTo>
                <a:cubicBezTo>
                  <a:pt x="21345" y="36786"/>
                  <a:pt x="26114" y="32017"/>
                  <a:pt x="32017" y="32017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9" name="Text 16"/>
          <p:cNvSpPr/>
          <p:nvPr/>
        </p:nvSpPr>
        <p:spPr>
          <a:xfrm>
            <a:off x="1005755" y="2943837"/>
            <a:ext cx="3611496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dirty="0">
                <a:solidFill>
                  <a:srgbClr val="F8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Built interactive web interface for real-time user predictions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162382" y="2807232"/>
            <a:ext cx="5472739" cy="478118"/>
          </a:xfrm>
          <a:custGeom>
            <a:avLst/>
            <a:gdLst/>
            <a:ahLst/>
            <a:cxnLst/>
            <a:rect l="l" t="t" r="r" b="b"/>
            <a:pathLst>
              <a:path w="5472739" h="478118">
                <a:moveTo>
                  <a:pt x="102456" y="0"/>
                </a:moveTo>
                <a:lnTo>
                  <a:pt x="5370284" y="0"/>
                </a:lnTo>
                <a:cubicBezTo>
                  <a:pt x="5426831" y="0"/>
                  <a:pt x="5472739" y="45909"/>
                  <a:pt x="5472739" y="102456"/>
                </a:cubicBezTo>
                <a:lnTo>
                  <a:pt x="5472739" y="375662"/>
                </a:lnTo>
                <a:cubicBezTo>
                  <a:pt x="5472739" y="432209"/>
                  <a:pt x="5426831" y="478118"/>
                  <a:pt x="5370284" y="478118"/>
                </a:cubicBezTo>
                <a:lnTo>
                  <a:pt x="102456" y="478118"/>
                </a:lnTo>
                <a:cubicBezTo>
                  <a:pt x="45909" y="478118"/>
                  <a:pt x="0" y="432209"/>
                  <a:pt x="0" y="375662"/>
                </a:cubicBezTo>
                <a:lnTo>
                  <a:pt x="0" y="102456"/>
                </a:lnTo>
                <a:cubicBezTo>
                  <a:pt x="0" y="45909"/>
                  <a:pt x="45909" y="0"/>
                  <a:pt x="102456" y="0"/>
                </a:cubicBezTo>
                <a:close/>
              </a:path>
            </a:pathLst>
          </a:custGeom>
          <a:solidFill>
            <a:srgbClr val="0F172A">
              <a:alpha val="70196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6320331" y="2977988"/>
            <a:ext cx="170756" cy="170756"/>
          </a:xfrm>
          <a:custGeom>
            <a:avLst/>
            <a:gdLst/>
            <a:ahLst/>
            <a:cxnLst/>
            <a:rect l="l" t="t" r="r" b="b"/>
            <a:pathLst>
              <a:path w="170756" h="170756">
                <a:moveTo>
                  <a:pt x="21345" y="21345"/>
                </a:moveTo>
                <a:cubicBezTo>
                  <a:pt x="21345" y="15441"/>
                  <a:pt x="16575" y="10672"/>
                  <a:pt x="10672" y="10672"/>
                </a:cubicBezTo>
                <a:cubicBezTo>
                  <a:pt x="4769" y="10672"/>
                  <a:pt x="0" y="15441"/>
                  <a:pt x="0" y="21345"/>
                </a:cubicBezTo>
                <a:lnTo>
                  <a:pt x="0" y="133403"/>
                </a:lnTo>
                <a:cubicBezTo>
                  <a:pt x="0" y="148144"/>
                  <a:pt x="11940" y="160084"/>
                  <a:pt x="26681" y="160084"/>
                </a:cubicBezTo>
                <a:lnTo>
                  <a:pt x="160084" y="160084"/>
                </a:lnTo>
                <a:cubicBezTo>
                  <a:pt x="165987" y="160084"/>
                  <a:pt x="170756" y="155315"/>
                  <a:pt x="170756" y="149412"/>
                </a:cubicBezTo>
                <a:cubicBezTo>
                  <a:pt x="170756" y="143509"/>
                  <a:pt x="165987" y="138739"/>
                  <a:pt x="160084" y="138739"/>
                </a:cubicBezTo>
                <a:lnTo>
                  <a:pt x="26681" y="138739"/>
                </a:lnTo>
                <a:cubicBezTo>
                  <a:pt x="23746" y="138739"/>
                  <a:pt x="21345" y="136338"/>
                  <a:pt x="21345" y="133403"/>
                </a:cubicBezTo>
                <a:lnTo>
                  <a:pt x="21345" y="21345"/>
                </a:lnTo>
                <a:close/>
                <a:moveTo>
                  <a:pt x="156949" y="50226"/>
                </a:moveTo>
                <a:cubicBezTo>
                  <a:pt x="161118" y="46058"/>
                  <a:pt x="161118" y="39287"/>
                  <a:pt x="156949" y="35118"/>
                </a:cubicBezTo>
                <a:cubicBezTo>
                  <a:pt x="152780" y="30950"/>
                  <a:pt x="146010" y="30950"/>
                  <a:pt x="141841" y="35118"/>
                </a:cubicBezTo>
                <a:lnTo>
                  <a:pt x="106723" y="70270"/>
                </a:lnTo>
                <a:lnTo>
                  <a:pt x="87579" y="51160"/>
                </a:lnTo>
                <a:cubicBezTo>
                  <a:pt x="83410" y="46991"/>
                  <a:pt x="76640" y="46991"/>
                  <a:pt x="72471" y="51160"/>
                </a:cubicBezTo>
                <a:lnTo>
                  <a:pt x="40455" y="83177"/>
                </a:lnTo>
                <a:cubicBezTo>
                  <a:pt x="36286" y="87346"/>
                  <a:pt x="36286" y="94116"/>
                  <a:pt x="40455" y="98285"/>
                </a:cubicBezTo>
                <a:cubicBezTo>
                  <a:pt x="44623" y="102454"/>
                  <a:pt x="51394" y="102454"/>
                  <a:pt x="55563" y="98285"/>
                </a:cubicBezTo>
                <a:lnTo>
                  <a:pt x="80042" y="73805"/>
                </a:lnTo>
                <a:lnTo>
                  <a:pt x="99185" y="92949"/>
                </a:lnTo>
                <a:cubicBezTo>
                  <a:pt x="103354" y="97118"/>
                  <a:pt x="110124" y="97118"/>
                  <a:pt x="114293" y="92949"/>
                </a:cubicBezTo>
                <a:lnTo>
                  <a:pt x="156982" y="50260"/>
                </a:ln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22" name="Text 19"/>
          <p:cNvSpPr/>
          <p:nvPr/>
        </p:nvSpPr>
        <p:spPr>
          <a:xfrm>
            <a:off x="6614886" y="2943837"/>
            <a:ext cx="4712874" cy="204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6" dirty="0">
                <a:solidFill>
                  <a:srgbClr val="F8FAFC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estimates final scores using live match parameters with 91% accuracy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44928" y="3671266"/>
            <a:ext cx="11498729" cy="2021755"/>
          </a:xfrm>
          <a:custGeom>
            <a:avLst/>
            <a:gdLst/>
            <a:ahLst/>
            <a:cxnLst/>
            <a:rect l="l" t="t" r="r" b="b"/>
            <a:pathLst>
              <a:path w="11498729" h="2021755">
                <a:moveTo>
                  <a:pt x="136610" y="0"/>
                </a:moveTo>
                <a:lnTo>
                  <a:pt x="11362119" y="0"/>
                </a:lnTo>
                <a:cubicBezTo>
                  <a:pt x="11437567" y="0"/>
                  <a:pt x="11498729" y="61162"/>
                  <a:pt x="11498729" y="136610"/>
                </a:cubicBezTo>
                <a:lnTo>
                  <a:pt x="11498729" y="1885145"/>
                </a:lnTo>
                <a:cubicBezTo>
                  <a:pt x="11498729" y="1960542"/>
                  <a:pt x="11437517" y="2021755"/>
                  <a:pt x="11362119" y="2021755"/>
                </a:cubicBezTo>
                <a:lnTo>
                  <a:pt x="136610" y="2021755"/>
                </a:lnTo>
                <a:cubicBezTo>
                  <a:pt x="61162" y="2021755"/>
                  <a:pt x="0" y="1960592"/>
                  <a:pt x="0" y="1885145"/>
                </a:cubicBezTo>
                <a:lnTo>
                  <a:pt x="0" y="136610"/>
                </a:lnTo>
                <a:cubicBezTo>
                  <a:pt x="0" y="61213"/>
                  <a:pt x="61213" y="0"/>
                  <a:pt x="136610" y="0"/>
                </a:cubicBezTo>
                <a:close/>
              </a:path>
            </a:pathLst>
          </a:custGeom>
          <a:solidFill>
            <a:srgbClr val="1E293B">
              <a:alpha val="90196"/>
            </a:srgbClr>
          </a:solidFill>
          <a:ln w="1016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53250" y="3879587"/>
            <a:ext cx="546420" cy="546420"/>
          </a:xfrm>
          <a:custGeom>
            <a:avLst/>
            <a:gdLst/>
            <a:ahLst/>
            <a:cxnLst/>
            <a:rect l="l" t="t" r="r" b="b"/>
            <a:pathLst>
              <a:path w="546420" h="546420">
                <a:moveTo>
                  <a:pt x="136605" y="0"/>
                </a:moveTo>
                <a:lnTo>
                  <a:pt x="409815" y="0"/>
                </a:lnTo>
                <a:cubicBezTo>
                  <a:pt x="485260" y="0"/>
                  <a:pt x="546420" y="61160"/>
                  <a:pt x="546420" y="136605"/>
                </a:cubicBezTo>
                <a:lnTo>
                  <a:pt x="546420" y="409815"/>
                </a:lnTo>
                <a:cubicBezTo>
                  <a:pt x="546420" y="485260"/>
                  <a:pt x="485260" y="546420"/>
                  <a:pt x="409815" y="546420"/>
                </a:cubicBezTo>
                <a:lnTo>
                  <a:pt x="136605" y="546420"/>
                </a:lnTo>
                <a:cubicBezTo>
                  <a:pt x="61160" y="546420"/>
                  <a:pt x="0" y="485260"/>
                  <a:pt x="0" y="409815"/>
                </a:cubicBezTo>
                <a:lnTo>
                  <a:pt x="0" y="136605"/>
                </a:lnTo>
                <a:cubicBezTo>
                  <a:pt x="0" y="61211"/>
                  <a:pt x="61211" y="0"/>
                  <a:pt x="136605" y="0"/>
                </a:cubicBezTo>
                <a:close/>
              </a:path>
            </a:pathLst>
          </a:custGeom>
          <a:solidFill>
            <a:srgbClr val="F97316"/>
          </a:solidFill>
          <a:ln/>
          <a:effectLst>
            <a:outerShdw blurRad="101600" dist="50800" dir="2700000" algn="bl" rotWithShape="0">
              <a:srgbClr val="FFFFFF">
                <a:alpha val="75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00528" y="4024729"/>
            <a:ext cx="256134" cy="256134"/>
          </a:xfrm>
          <a:custGeom>
            <a:avLst/>
            <a:gdLst/>
            <a:ahLst/>
            <a:cxnLst/>
            <a:rect l="l" t="t" r="r" b="b"/>
            <a:pathLst>
              <a:path w="256134" h="256134">
                <a:moveTo>
                  <a:pt x="64034" y="160084"/>
                </a:moveTo>
                <a:lnTo>
                  <a:pt x="12256" y="160084"/>
                </a:lnTo>
                <a:cubicBezTo>
                  <a:pt x="-200" y="160084"/>
                  <a:pt x="-7854" y="146527"/>
                  <a:pt x="-1451" y="135821"/>
                </a:cubicBezTo>
                <a:lnTo>
                  <a:pt x="25013" y="91698"/>
                </a:lnTo>
                <a:cubicBezTo>
                  <a:pt x="29365" y="84444"/>
                  <a:pt x="37170" y="80042"/>
                  <a:pt x="45624" y="80042"/>
                </a:cubicBezTo>
                <a:lnTo>
                  <a:pt x="93149" y="80042"/>
                </a:lnTo>
                <a:cubicBezTo>
                  <a:pt x="131219" y="15558"/>
                  <a:pt x="187999" y="12306"/>
                  <a:pt x="225969" y="17859"/>
                </a:cubicBezTo>
                <a:cubicBezTo>
                  <a:pt x="232372" y="18810"/>
                  <a:pt x="237375" y="23812"/>
                  <a:pt x="238275" y="30166"/>
                </a:cubicBezTo>
                <a:cubicBezTo>
                  <a:pt x="243828" y="68136"/>
                  <a:pt x="240576" y="124916"/>
                  <a:pt x="176092" y="162986"/>
                </a:cubicBezTo>
                <a:lnTo>
                  <a:pt x="176092" y="210511"/>
                </a:lnTo>
                <a:cubicBezTo>
                  <a:pt x="176092" y="218965"/>
                  <a:pt x="171690" y="226769"/>
                  <a:pt x="164436" y="231121"/>
                </a:cubicBezTo>
                <a:lnTo>
                  <a:pt x="120313" y="257585"/>
                </a:lnTo>
                <a:cubicBezTo>
                  <a:pt x="109658" y="263989"/>
                  <a:pt x="96050" y="256285"/>
                  <a:pt x="96050" y="243878"/>
                </a:cubicBezTo>
                <a:lnTo>
                  <a:pt x="96050" y="192101"/>
                </a:lnTo>
                <a:cubicBezTo>
                  <a:pt x="96050" y="174442"/>
                  <a:pt x="81693" y="160084"/>
                  <a:pt x="64034" y="160084"/>
                </a:cubicBezTo>
                <a:lnTo>
                  <a:pt x="63984" y="160084"/>
                </a:lnTo>
                <a:close/>
                <a:moveTo>
                  <a:pt x="200105" y="80042"/>
                </a:moveTo>
                <a:cubicBezTo>
                  <a:pt x="200105" y="66789"/>
                  <a:pt x="189345" y="56029"/>
                  <a:pt x="176092" y="56029"/>
                </a:cubicBezTo>
                <a:cubicBezTo>
                  <a:pt x="162840" y="56029"/>
                  <a:pt x="152080" y="66789"/>
                  <a:pt x="152080" y="80042"/>
                </a:cubicBezTo>
                <a:cubicBezTo>
                  <a:pt x="152080" y="93295"/>
                  <a:pt x="162840" y="104055"/>
                  <a:pt x="176092" y="104055"/>
                </a:cubicBezTo>
                <a:cubicBezTo>
                  <a:pt x="189345" y="104055"/>
                  <a:pt x="200105" y="93295"/>
                  <a:pt x="200105" y="80042"/>
                </a:cubicBezTo>
                <a:close/>
              </a:path>
            </a:pathLst>
          </a:custGeom>
          <a:solidFill>
            <a:srgbClr val="0F172A"/>
          </a:solidFill>
          <a:ln/>
        </p:spPr>
      </p:sp>
      <p:sp>
        <p:nvSpPr>
          <p:cNvPr id="26" name="Text 23"/>
          <p:cNvSpPr/>
          <p:nvPr/>
        </p:nvSpPr>
        <p:spPr>
          <a:xfrm>
            <a:off x="1236276" y="3999116"/>
            <a:ext cx="2749176" cy="307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17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Future Improvements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553250" y="4562612"/>
            <a:ext cx="3602958" cy="922084"/>
          </a:xfrm>
          <a:custGeom>
            <a:avLst/>
            <a:gdLst/>
            <a:ahLst/>
            <a:cxnLst/>
            <a:rect l="l" t="t" r="r" b="b"/>
            <a:pathLst>
              <a:path w="3602958" h="922084">
                <a:moveTo>
                  <a:pt x="102453" y="0"/>
                </a:moveTo>
                <a:lnTo>
                  <a:pt x="3500505" y="0"/>
                </a:lnTo>
                <a:cubicBezTo>
                  <a:pt x="3557088" y="0"/>
                  <a:pt x="3602958" y="45870"/>
                  <a:pt x="3602958" y="102453"/>
                </a:cubicBezTo>
                <a:lnTo>
                  <a:pt x="3602958" y="819631"/>
                </a:lnTo>
                <a:cubicBezTo>
                  <a:pt x="3602958" y="876214"/>
                  <a:pt x="3557088" y="922084"/>
                  <a:pt x="3500505" y="922084"/>
                </a:cubicBezTo>
                <a:lnTo>
                  <a:pt x="102453" y="922084"/>
                </a:lnTo>
                <a:cubicBezTo>
                  <a:pt x="45908" y="922084"/>
                  <a:pt x="0" y="876176"/>
                  <a:pt x="0" y="819631"/>
                </a:cubicBezTo>
                <a:lnTo>
                  <a:pt x="0" y="102453"/>
                </a:lnTo>
                <a:cubicBezTo>
                  <a:pt x="0" y="45908"/>
                  <a:pt x="45908" y="0"/>
                  <a:pt x="102453" y="0"/>
                </a:cubicBezTo>
                <a:close/>
              </a:path>
            </a:pathLst>
          </a:custGeom>
          <a:solidFill>
            <a:srgbClr val="0F172A">
              <a:alpha val="70196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715469" y="4716292"/>
            <a:ext cx="204908" cy="204908"/>
          </a:xfrm>
          <a:custGeom>
            <a:avLst/>
            <a:gdLst/>
            <a:ahLst/>
            <a:cxnLst/>
            <a:rect l="l" t="t" r="r" b="b"/>
            <a:pathLst>
              <a:path w="204908" h="204908">
                <a:moveTo>
                  <a:pt x="12807" y="12807"/>
                </a:moveTo>
                <a:cubicBezTo>
                  <a:pt x="19890" y="12807"/>
                  <a:pt x="25613" y="18530"/>
                  <a:pt x="25613" y="25613"/>
                </a:cubicBezTo>
                <a:lnTo>
                  <a:pt x="25613" y="160084"/>
                </a:lnTo>
                <a:cubicBezTo>
                  <a:pt x="25613" y="163606"/>
                  <a:pt x="28495" y="166487"/>
                  <a:pt x="32017" y="166487"/>
                </a:cubicBezTo>
                <a:lnTo>
                  <a:pt x="192101" y="166487"/>
                </a:lnTo>
                <a:cubicBezTo>
                  <a:pt x="199185" y="166487"/>
                  <a:pt x="204908" y="172210"/>
                  <a:pt x="204908" y="179294"/>
                </a:cubicBezTo>
                <a:cubicBezTo>
                  <a:pt x="204908" y="186378"/>
                  <a:pt x="199185" y="192101"/>
                  <a:pt x="192101" y="192101"/>
                </a:cubicBezTo>
                <a:lnTo>
                  <a:pt x="32017" y="192101"/>
                </a:lnTo>
                <a:cubicBezTo>
                  <a:pt x="14328" y="192101"/>
                  <a:pt x="0" y="177773"/>
                  <a:pt x="0" y="160084"/>
                </a:cubicBezTo>
                <a:lnTo>
                  <a:pt x="0" y="25613"/>
                </a:lnTo>
                <a:cubicBezTo>
                  <a:pt x="0" y="18530"/>
                  <a:pt x="5723" y="12807"/>
                  <a:pt x="12807" y="12807"/>
                </a:cubicBezTo>
                <a:close/>
                <a:moveTo>
                  <a:pt x="51227" y="38420"/>
                </a:moveTo>
                <a:cubicBezTo>
                  <a:pt x="51227" y="31336"/>
                  <a:pt x="56950" y="25613"/>
                  <a:pt x="64034" y="25613"/>
                </a:cubicBezTo>
                <a:lnTo>
                  <a:pt x="140874" y="25613"/>
                </a:lnTo>
                <a:cubicBezTo>
                  <a:pt x="147958" y="25613"/>
                  <a:pt x="153681" y="31336"/>
                  <a:pt x="153681" y="38420"/>
                </a:cubicBezTo>
                <a:cubicBezTo>
                  <a:pt x="153681" y="45504"/>
                  <a:pt x="147958" y="51227"/>
                  <a:pt x="140874" y="51227"/>
                </a:cubicBezTo>
                <a:lnTo>
                  <a:pt x="64034" y="51227"/>
                </a:lnTo>
                <a:cubicBezTo>
                  <a:pt x="56950" y="51227"/>
                  <a:pt x="51227" y="45504"/>
                  <a:pt x="51227" y="38420"/>
                </a:cubicBezTo>
                <a:close/>
                <a:moveTo>
                  <a:pt x="64034" y="70437"/>
                </a:moveTo>
                <a:lnTo>
                  <a:pt x="115261" y="70437"/>
                </a:lnTo>
                <a:cubicBezTo>
                  <a:pt x="122344" y="70437"/>
                  <a:pt x="128067" y="76160"/>
                  <a:pt x="128067" y="83244"/>
                </a:cubicBezTo>
                <a:cubicBezTo>
                  <a:pt x="128067" y="90327"/>
                  <a:pt x="122344" y="96050"/>
                  <a:pt x="115261" y="96050"/>
                </a:cubicBezTo>
                <a:lnTo>
                  <a:pt x="64034" y="96050"/>
                </a:lnTo>
                <a:cubicBezTo>
                  <a:pt x="56950" y="96050"/>
                  <a:pt x="51227" y="90327"/>
                  <a:pt x="51227" y="83244"/>
                </a:cubicBezTo>
                <a:cubicBezTo>
                  <a:pt x="51227" y="76160"/>
                  <a:pt x="56950" y="70437"/>
                  <a:pt x="64034" y="70437"/>
                </a:cubicBezTo>
                <a:close/>
                <a:moveTo>
                  <a:pt x="64034" y="115261"/>
                </a:moveTo>
                <a:lnTo>
                  <a:pt x="166487" y="115261"/>
                </a:lnTo>
                <a:cubicBezTo>
                  <a:pt x="173571" y="115261"/>
                  <a:pt x="179294" y="120984"/>
                  <a:pt x="179294" y="128067"/>
                </a:cubicBezTo>
                <a:cubicBezTo>
                  <a:pt x="179294" y="135151"/>
                  <a:pt x="173571" y="140874"/>
                  <a:pt x="166487" y="140874"/>
                </a:cubicBezTo>
                <a:lnTo>
                  <a:pt x="64034" y="140874"/>
                </a:lnTo>
                <a:cubicBezTo>
                  <a:pt x="56950" y="140874"/>
                  <a:pt x="51227" y="135151"/>
                  <a:pt x="51227" y="128067"/>
                </a:cubicBezTo>
                <a:cubicBezTo>
                  <a:pt x="51227" y="120984"/>
                  <a:pt x="56950" y="115261"/>
                  <a:pt x="64034" y="115261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9" name="Text 26"/>
          <p:cNvSpPr/>
          <p:nvPr/>
        </p:nvSpPr>
        <p:spPr>
          <a:xfrm>
            <a:off x="1048444" y="4699217"/>
            <a:ext cx="768403" cy="239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0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Accuracy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689855" y="5006578"/>
            <a:ext cx="3389513" cy="34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41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 prediction accuracy using advanced ensemble methods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4292600" y="4562612"/>
            <a:ext cx="3602958" cy="922084"/>
          </a:xfrm>
          <a:custGeom>
            <a:avLst/>
            <a:gdLst/>
            <a:ahLst/>
            <a:cxnLst/>
            <a:rect l="l" t="t" r="r" b="b"/>
            <a:pathLst>
              <a:path w="3602958" h="922084">
                <a:moveTo>
                  <a:pt x="102453" y="0"/>
                </a:moveTo>
                <a:lnTo>
                  <a:pt x="3500505" y="0"/>
                </a:lnTo>
                <a:cubicBezTo>
                  <a:pt x="3557088" y="0"/>
                  <a:pt x="3602958" y="45870"/>
                  <a:pt x="3602958" y="102453"/>
                </a:cubicBezTo>
                <a:lnTo>
                  <a:pt x="3602958" y="819631"/>
                </a:lnTo>
                <a:cubicBezTo>
                  <a:pt x="3602958" y="876214"/>
                  <a:pt x="3557088" y="922084"/>
                  <a:pt x="3500505" y="922084"/>
                </a:cubicBezTo>
                <a:lnTo>
                  <a:pt x="102453" y="922084"/>
                </a:lnTo>
                <a:cubicBezTo>
                  <a:pt x="45908" y="922084"/>
                  <a:pt x="0" y="876176"/>
                  <a:pt x="0" y="819631"/>
                </a:cubicBezTo>
                <a:lnTo>
                  <a:pt x="0" y="102453"/>
                </a:lnTo>
                <a:cubicBezTo>
                  <a:pt x="0" y="45908"/>
                  <a:pt x="45908" y="0"/>
                  <a:pt x="102453" y="0"/>
                </a:cubicBezTo>
                <a:close/>
              </a:path>
            </a:pathLst>
          </a:custGeom>
          <a:solidFill>
            <a:srgbClr val="0F172A">
              <a:alpha val="70196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4442012" y="4716292"/>
            <a:ext cx="230521" cy="204908"/>
          </a:xfrm>
          <a:custGeom>
            <a:avLst/>
            <a:gdLst/>
            <a:ahLst/>
            <a:cxnLst/>
            <a:rect l="l" t="t" r="r" b="b"/>
            <a:pathLst>
              <a:path w="230521" h="204908">
                <a:moveTo>
                  <a:pt x="35178" y="4602"/>
                </a:moveTo>
                <a:cubicBezTo>
                  <a:pt x="30656" y="1841"/>
                  <a:pt x="24733" y="3322"/>
                  <a:pt x="21972" y="7844"/>
                </a:cubicBezTo>
                <a:cubicBezTo>
                  <a:pt x="12046" y="24253"/>
                  <a:pt x="6363" y="43503"/>
                  <a:pt x="6363" y="64034"/>
                </a:cubicBezTo>
                <a:cubicBezTo>
                  <a:pt x="6363" y="84564"/>
                  <a:pt x="12046" y="103814"/>
                  <a:pt x="21972" y="120223"/>
                </a:cubicBezTo>
                <a:cubicBezTo>
                  <a:pt x="24733" y="124745"/>
                  <a:pt x="30616" y="126226"/>
                  <a:pt x="35178" y="123465"/>
                </a:cubicBezTo>
                <a:cubicBezTo>
                  <a:pt x="39741" y="120703"/>
                  <a:pt x="41182" y="114820"/>
                  <a:pt x="38420" y="110258"/>
                </a:cubicBezTo>
                <a:cubicBezTo>
                  <a:pt x="30296" y="96811"/>
                  <a:pt x="25613" y="80963"/>
                  <a:pt x="25613" y="64034"/>
                </a:cubicBezTo>
                <a:cubicBezTo>
                  <a:pt x="25613" y="47105"/>
                  <a:pt x="30296" y="31256"/>
                  <a:pt x="38460" y="17769"/>
                </a:cubicBezTo>
                <a:cubicBezTo>
                  <a:pt x="41222" y="13247"/>
                  <a:pt x="39741" y="7324"/>
                  <a:pt x="35218" y="4562"/>
                </a:cubicBezTo>
                <a:close/>
                <a:moveTo>
                  <a:pt x="195303" y="4602"/>
                </a:moveTo>
                <a:cubicBezTo>
                  <a:pt x="190780" y="7364"/>
                  <a:pt x="189299" y="13247"/>
                  <a:pt x="192061" y="17809"/>
                </a:cubicBezTo>
                <a:cubicBezTo>
                  <a:pt x="200225" y="31296"/>
                  <a:pt x="204908" y="47145"/>
                  <a:pt x="204908" y="64074"/>
                </a:cubicBezTo>
                <a:cubicBezTo>
                  <a:pt x="204908" y="81003"/>
                  <a:pt x="200225" y="96851"/>
                  <a:pt x="192061" y="110338"/>
                </a:cubicBezTo>
                <a:cubicBezTo>
                  <a:pt x="189299" y="114860"/>
                  <a:pt x="190780" y="120783"/>
                  <a:pt x="195303" y="123545"/>
                </a:cubicBezTo>
                <a:cubicBezTo>
                  <a:pt x="199825" y="126306"/>
                  <a:pt x="205748" y="124826"/>
                  <a:pt x="208509" y="120303"/>
                </a:cubicBezTo>
                <a:cubicBezTo>
                  <a:pt x="218435" y="103895"/>
                  <a:pt x="224118" y="84644"/>
                  <a:pt x="224118" y="64114"/>
                </a:cubicBezTo>
                <a:cubicBezTo>
                  <a:pt x="224118" y="43583"/>
                  <a:pt x="218435" y="24253"/>
                  <a:pt x="208509" y="7844"/>
                </a:cubicBezTo>
                <a:cubicBezTo>
                  <a:pt x="205748" y="3322"/>
                  <a:pt x="199865" y="1841"/>
                  <a:pt x="195303" y="4602"/>
                </a:cubicBezTo>
                <a:close/>
                <a:moveTo>
                  <a:pt x="128067" y="86205"/>
                </a:moveTo>
                <a:cubicBezTo>
                  <a:pt x="135711" y="81763"/>
                  <a:pt x="140874" y="73519"/>
                  <a:pt x="140874" y="64034"/>
                </a:cubicBezTo>
                <a:cubicBezTo>
                  <a:pt x="140874" y="49906"/>
                  <a:pt x="129388" y="38420"/>
                  <a:pt x="115261" y="38420"/>
                </a:cubicBezTo>
                <a:cubicBezTo>
                  <a:pt x="101133" y="38420"/>
                  <a:pt x="89647" y="49906"/>
                  <a:pt x="89647" y="64034"/>
                </a:cubicBezTo>
                <a:cubicBezTo>
                  <a:pt x="89647" y="73519"/>
                  <a:pt x="94810" y="81803"/>
                  <a:pt x="102454" y="86205"/>
                </a:cubicBezTo>
                <a:lnTo>
                  <a:pt x="102454" y="192101"/>
                </a:lnTo>
                <a:cubicBezTo>
                  <a:pt x="102454" y="199185"/>
                  <a:pt x="108177" y="204908"/>
                  <a:pt x="115261" y="204908"/>
                </a:cubicBezTo>
                <a:cubicBezTo>
                  <a:pt x="122344" y="204908"/>
                  <a:pt x="128067" y="199185"/>
                  <a:pt x="128067" y="192101"/>
                </a:cubicBezTo>
                <a:lnTo>
                  <a:pt x="128067" y="86205"/>
                </a:lnTo>
                <a:close/>
                <a:moveTo>
                  <a:pt x="72118" y="36419"/>
                </a:moveTo>
                <a:cubicBezTo>
                  <a:pt x="74999" y="31937"/>
                  <a:pt x="73679" y="26014"/>
                  <a:pt x="69236" y="23132"/>
                </a:cubicBezTo>
                <a:cubicBezTo>
                  <a:pt x="64794" y="20251"/>
                  <a:pt x="58831" y="21571"/>
                  <a:pt x="55949" y="26014"/>
                </a:cubicBezTo>
                <a:cubicBezTo>
                  <a:pt x="48906" y="36979"/>
                  <a:pt x="44824" y="50026"/>
                  <a:pt x="44824" y="64034"/>
                </a:cubicBezTo>
                <a:cubicBezTo>
                  <a:pt x="44824" y="78041"/>
                  <a:pt x="48906" y="91088"/>
                  <a:pt x="55949" y="102054"/>
                </a:cubicBezTo>
                <a:cubicBezTo>
                  <a:pt x="58831" y="106536"/>
                  <a:pt x="64754" y="107817"/>
                  <a:pt x="69236" y="104935"/>
                </a:cubicBezTo>
                <a:cubicBezTo>
                  <a:pt x="73719" y="102054"/>
                  <a:pt x="74999" y="96130"/>
                  <a:pt x="72118" y="91648"/>
                </a:cubicBezTo>
                <a:cubicBezTo>
                  <a:pt x="66995" y="83684"/>
                  <a:pt x="64034" y="74199"/>
                  <a:pt x="64034" y="64034"/>
                </a:cubicBezTo>
                <a:cubicBezTo>
                  <a:pt x="64034" y="53868"/>
                  <a:pt x="66995" y="44383"/>
                  <a:pt x="72118" y="36419"/>
                </a:cubicBezTo>
                <a:close/>
                <a:moveTo>
                  <a:pt x="174572" y="26014"/>
                </a:moveTo>
                <a:cubicBezTo>
                  <a:pt x="171690" y="21531"/>
                  <a:pt x="165767" y="20251"/>
                  <a:pt x="161285" y="23132"/>
                </a:cubicBezTo>
                <a:cubicBezTo>
                  <a:pt x="156802" y="26014"/>
                  <a:pt x="155522" y="31937"/>
                  <a:pt x="158403" y="36419"/>
                </a:cubicBezTo>
                <a:cubicBezTo>
                  <a:pt x="163526" y="44383"/>
                  <a:pt x="166487" y="53868"/>
                  <a:pt x="166487" y="64034"/>
                </a:cubicBezTo>
                <a:cubicBezTo>
                  <a:pt x="166487" y="74199"/>
                  <a:pt x="163526" y="83684"/>
                  <a:pt x="158403" y="91648"/>
                </a:cubicBezTo>
                <a:cubicBezTo>
                  <a:pt x="155522" y="96130"/>
                  <a:pt x="156842" y="102054"/>
                  <a:pt x="161285" y="104935"/>
                </a:cubicBezTo>
                <a:cubicBezTo>
                  <a:pt x="165727" y="107817"/>
                  <a:pt x="171690" y="106496"/>
                  <a:pt x="174572" y="102054"/>
                </a:cubicBezTo>
                <a:cubicBezTo>
                  <a:pt x="181615" y="91088"/>
                  <a:pt x="185697" y="78041"/>
                  <a:pt x="185697" y="64034"/>
                </a:cubicBezTo>
                <a:cubicBezTo>
                  <a:pt x="185697" y="50026"/>
                  <a:pt x="181615" y="36979"/>
                  <a:pt x="174572" y="26014"/>
                </a:cubicBezTo>
                <a:close/>
              </a:path>
            </a:pathLst>
          </a:custGeom>
          <a:solidFill>
            <a:srgbClr val="F97316"/>
          </a:solidFill>
          <a:ln/>
        </p:spPr>
      </p:sp>
      <p:sp>
        <p:nvSpPr>
          <p:cNvPr id="33" name="Text 30"/>
          <p:cNvSpPr/>
          <p:nvPr/>
        </p:nvSpPr>
        <p:spPr>
          <a:xfrm>
            <a:off x="4787793" y="4699217"/>
            <a:ext cx="683025" cy="239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0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Live API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4429205" y="5006578"/>
            <a:ext cx="3389513" cy="170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live match API integration for real-time data fetching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8032056" y="4562612"/>
            <a:ext cx="3602958" cy="922084"/>
          </a:xfrm>
          <a:custGeom>
            <a:avLst/>
            <a:gdLst/>
            <a:ahLst/>
            <a:cxnLst/>
            <a:rect l="l" t="t" r="r" b="b"/>
            <a:pathLst>
              <a:path w="3602958" h="922084">
                <a:moveTo>
                  <a:pt x="102453" y="0"/>
                </a:moveTo>
                <a:lnTo>
                  <a:pt x="3500505" y="0"/>
                </a:lnTo>
                <a:cubicBezTo>
                  <a:pt x="3557088" y="0"/>
                  <a:pt x="3602958" y="45870"/>
                  <a:pt x="3602958" y="102453"/>
                </a:cubicBezTo>
                <a:lnTo>
                  <a:pt x="3602958" y="819631"/>
                </a:lnTo>
                <a:cubicBezTo>
                  <a:pt x="3602958" y="876214"/>
                  <a:pt x="3557088" y="922084"/>
                  <a:pt x="3500505" y="922084"/>
                </a:cubicBezTo>
                <a:lnTo>
                  <a:pt x="102453" y="922084"/>
                </a:lnTo>
                <a:cubicBezTo>
                  <a:pt x="45908" y="922084"/>
                  <a:pt x="0" y="876176"/>
                  <a:pt x="0" y="819631"/>
                </a:cubicBezTo>
                <a:lnTo>
                  <a:pt x="0" y="102453"/>
                </a:lnTo>
                <a:cubicBezTo>
                  <a:pt x="0" y="45908"/>
                  <a:pt x="45908" y="0"/>
                  <a:pt x="102453" y="0"/>
                </a:cubicBezTo>
                <a:close/>
              </a:path>
            </a:pathLst>
          </a:custGeom>
          <a:solidFill>
            <a:srgbClr val="0F172A">
              <a:alpha val="70196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8194275" y="4716292"/>
            <a:ext cx="204908" cy="204908"/>
          </a:xfrm>
          <a:custGeom>
            <a:avLst/>
            <a:gdLst/>
            <a:ahLst/>
            <a:cxnLst/>
            <a:rect l="l" t="t" r="r" b="b"/>
            <a:pathLst>
              <a:path w="204908" h="204908">
                <a:moveTo>
                  <a:pt x="48025" y="22412"/>
                </a:moveTo>
                <a:cubicBezTo>
                  <a:pt x="48025" y="10045"/>
                  <a:pt x="58070" y="0"/>
                  <a:pt x="70437" y="0"/>
                </a:cubicBezTo>
                <a:lnTo>
                  <a:pt x="80042" y="0"/>
                </a:lnTo>
                <a:cubicBezTo>
                  <a:pt x="87126" y="0"/>
                  <a:pt x="92849" y="5723"/>
                  <a:pt x="92849" y="12807"/>
                </a:cubicBezTo>
                <a:lnTo>
                  <a:pt x="92849" y="192101"/>
                </a:lnTo>
                <a:cubicBezTo>
                  <a:pt x="92849" y="199185"/>
                  <a:pt x="87126" y="204908"/>
                  <a:pt x="80042" y="204908"/>
                </a:cubicBezTo>
                <a:lnTo>
                  <a:pt x="67235" y="204908"/>
                </a:lnTo>
                <a:cubicBezTo>
                  <a:pt x="55309" y="204908"/>
                  <a:pt x="45264" y="196743"/>
                  <a:pt x="42422" y="185697"/>
                </a:cubicBezTo>
                <a:cubicBezTo>
                  <a:pt x="42142" y="185697"/>
                  <a:pt x="41902" y="185697"/>
                  <a:pt x="41622" y="185697"/>
                </a:cubicBezTo>
                <a:cubicBezTo>
                  <a:pt x="23933" y="185697"/>
                  <a:pt x="9605" y="171370"/>
                  <a:pt x="9605" y="153681"/>
                </a:cubicBezTo>
                <a:cubicBezTo>
                  <a:pt x="9605" y="146477"/>
                  <a:pt x="12006" y="139833"/>
                  <a:pt x="16008" y="134471"/>
                </a:cubicBezTo>
                <a:cubicBezTo>
                  <a:pt x="8244" y="128628"/>
                  <a:pt x="3202" y="119343"/>
                  <a:pt x="3202" y="108857"/>
                </a:cubicBezTo>
                <a:cubicBezTo>
                  <a:pt x="3202" y="96491"/>
                  <a:pt x="10245" y="85725"/>
                  <a:pt x="20491" y="80402"/>
                </a:cubicBezTo>
                <a:cubicBezTo>
                  <a:pt x="17649" y="75600"/>
                  <a:pt x="16008" y="69997"/>
                  <a:pt x="16008" y="64034"/>
                </a:cubicBezTo>
                <a:cubicBezTo>
                  <a:pt x="16008" y="46344"/>
                  <a:pt x="30336" y="32017"/>
                  <a:pt x="48025" y="32017"/>
                </a:cubicBezTo>
                <a:lnTo>
                  <a:pt x="48025" y="22412"/>
                </a:lnTo>
                <a:close/>
                <a:moveTo>
                  <a:pt x="156882" y="22412"/>
                </a:moveTo>
                <a:lnTo>
                  <a:pt x="156882" y="32017"/>
                </a:lnTo>
                <a:cubicBezTo>
                  <a:pt x="174572" y="32017"/>
                  <a:pt x="188899" y="46344"/>
                  <a:pt x="188899" y="64034"/>
                </a:cubicBezTo>
                <a:cubicBezTo>
                  <a:pt x="188899" y="70037"/>
                  <a:pt x="187258" y="75640"/>
                  <a:pt x="184417" y="80402"/>
                </a:cubicBezTo>
                <a:cubicBezTo>
                  <a:pt x="194702" y="85725"/>
                  <a:pt x="201706" y="96451"/>
                  <a:pt x="201706" y="108857"/>
                </a:cubicBezTo>
                <a:cubicBezTo>
                  <a:pt x="201706" y="119343"/>
                  <a:pt x="196663" y="128628"/>
                  <a:pt x="188899" y="134471"/>
                </a:cubicBezTo>
                <a:cubicBezTo>
                  <a:pt x="192901" y="139833"/>
                  <a:pt x="195303" y="146477"/>
                  <a:pt x="195303" y="153681"/>
                </a:cubicBezTo>
                <a:cubicBezTo>
                  <a:pt x="195303" y="171370"/>
                  <a:pt x="180975" y="185697"/>
                  <a:pt x="163286" y="185697"/>
                </a:cubicBezTo>
                <a:cubicBezTo>
                  <a:pt x="163006" y="185697"/>
                  <a:pt x="162765" y="185697"/>
                  <a:pt x="162485" y="185697"/>
                </a:cubicBezTo>
                <a:cubicBezTo>
                  <a:pt x="159644" y="196743"/>
                  <a:pt x="149599" y="204908"/>
                  <a:pt x="137672" y="204908"/>
                </a:cubicBezTo>
                <a:lnTo>
                  <a:pt x="124866" y="204908"/>
                </a:lnTo>
                <a:cubicBezTo>
                  <a:pt x="117782" y="204908"/>
                  <a:pt x="112059" y="199185"/>
                  <a:pt x="112059" y="192101"/>
                </a:cubicBezTo>
                <a:lnTo>
                  <a:pt x="112059" y="12807"/>
                </a:lnTo>
                <a:cubicBezTo>
                  <a:pt x="112059" y="5723"/>
                  <a:pt x="117782" y="0"/>
                  <a:pt x="124866" y="0"/>
                </a:cubicBezTo>
                <a:lnTo>
                  <a:pt x="134471" y="0"/>
                </a:lnTo>
                <a:cubicBezTo>
                  <a:pt x="146837" y="0"/>
                  <a:pt x="156882" y="10045"/>
                  <a:pt x="156882" y="22412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7" name="Text 34"/>
          <p:cNvSpPr/>
          <p:nvPr/>
        </p:nvSpPr>
        <p:spPr>
          <a:xfrm>
            <a:off x="8527250" y="4699217"/>
            <a:ext cx="1075765" cy="2390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10" b="1" dirty="0">
                <a:solidFill>
                  <a:srgbClr val="F8FAFC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8168661" y="5006578"/>
            <a:ext cx="3389513" cy="3415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8FAF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an interactive dashboard to visualize IPL match insights and prediction</a:t>
            </a:r>
            <a:r>
              <a:rPr lang="en-US" sz="1200" dirty="0">
                <a:solidFill>
                  <a:srgbClr val="F8FAFC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1458</Words>
  <Application>Microsoft Office PowerPoint</Application>
  <PresentationFormat>Widescreen</PresentationFormat>
  <Paragraphs>310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Hedvig Letters Sans</vt:lpstr>
      <vt:lpstr>Arial</vt:lpstr>
      <vt:lpstr>Coda</vt:lpstr>
      <vt:lpstr>MiSans</vt:lpstr>
      <vt:lpstr>微软雅黑</vt:lpstr>
      <vt:lpstr>Noto Sans SC</vt:lpstr>
      <vt:lpstr>Quattrocento 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IPL Score Predictor using Machine Learning</dc:title>
  <dc:subject>IPL Score Predictor using Machine Learning</dc:subject>
  <dc:creator>Kimi</dc:creator>
  <cp:lastModifiedBy>meet patel</cp:lastModifiedBy>
  <cp:revision>2</cp:revision>
  <dcterms:created xsi:type="dcterms:W3CDTF">2026-03-05T17:54:51Z</dcterms:created>
  <dcterms:modified xsi:type="dcterms:W3CDTF">2026-03-05T18:01:35Z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{"Label":"IPL Score Predictor using Machine Learning","ContentProducer":"001191110108MACG2KBH8F10000","ProduceID":"19cbee84-54e2-82e3-8000-0000ab49c6f8","ReservedCode1":"","ContentPropagator":"001191110108MACG2KBH8F20000","PropagateID":"19cbee84-54e2-82e3-8000-0000ab49c6f8","ReservedCode2":""}</vt:lpwstr>
  </property>
</Properties>
</file>